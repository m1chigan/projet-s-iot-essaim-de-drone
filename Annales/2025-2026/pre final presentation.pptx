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notesMasterIdLst>
    <p:notesMasterId r:id="rId21"/>
  </p:notesMasterIdLst>
  <p:sldIdLst>
    <p:sldId id="256" r:id="rId5"/>
    <p:sldId id="257" r:id="rId6"/>
    <p:sldId id="263" r:id="rId7"/>
    <p:sldId id="265" r:id="rId8"/>
    <p:sldId id="272" r:id="rId9"/>
    <p:sldId id="259" r:id="rId10"/>
    <p:sldId id="260" r:id="rId11"/>
    <p:sldId id="261" r:id="rId12"/>
    <p:sldId id="267" r:id="rId13"/>
    <p:sldId id="270" r:id="rId14"/>
    <p:sldId id="268" r:id="rId15"/>
    <p:sldId id="273" r:id="rId16"/>
    <p:sldId id="269" r:id="rId17"/>
    <p:sldId id="271" r:id="rId18"/>
    <p:sldId id="274" r:id="rId19"/>
    <p:sldId id="26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F38E0B-F2EE-4208-9723-95408C1C6EA4}" v="205" dt="2025-12-12T08:21:05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BRIERO Come" userId="73d5e5c2-8d7f-4a09-9d5f-3a13c21f4bf7" providerId="ADAL" clId="{B913C3E5-2E2B-49D6-A9DB-7275A5E62FA0}"/>
    <pc:docChg chg="undo custSel addSld delSld modSld sldOrd addMainMaster delMainMaster">
      <pc:chgData name="LE BRIERO Come" userId="73d5e5c2-8d7f-4a09-9d5f-3a13c21f4bf7" providerId="ADAL" clId="{B913C3E5-2E2B-49D6-A9DB-7275A5E62FA0}" dt="2025-12-12T08:14:14.787" v="1181" actId="732"/>
      <pc:docMkLst>
        <pc:docMk/>
      </pc:docMkLst>
      <pc:sldChg chg="addSp delSp modSp new mod setBg modClrScheme addAnim chgLayout">
        <pc:chgData name="LE BRIERO Come" userId="73d5e5c2-8d7f-4a09-9d5f-3a13c21f4bf7" providerId="ADAL" clId="{B913C3E5-2E2B-49D6-A9DB-7275A5E62FA0}" dt="2025-12-11T20:46:20.135" v="1082" actId="122"/>
        <pc:sldMkLst>
          <pc:docMk/>
          <pc:sldMk cId="2873183300" sldId="256"/>
        </pc:sldMkLst>
        <pc:spChg chg="mod">
          <ac:chgData name="LE BRIERO Come" userId="73d5e5c2-8d7f-4a09-9d5f-3a13c21f4bf7" providerId="ADAL" clId="{B913C3E5-2E2B-49D6-A9DB-7275A5E62FA0}" dt="2025-12-11T20:46:20.135" v="1082" actId="122"/>
          <ac:spMkLst>
            <pc:docMk/>
            <pc:sldMk cId="2873183300" sldId="256"/>
            <ac:spMk id="2" creationId="{2B81996A-DA63-5AA0-F663-A4F2604491D6}"/>
          </ac:spMkLst>
        </pc:spChg>
      </pc:sldChg>
      <pc:sldChg chg="ord">
        <pc:chgData name="LE BRIERO Come" userId="73d5e5c2-8d7f-4a09-9d5f-3a13c21f4bf7" providerId="ADAL" clId="{B913C3E5-2E2B-49D6-A9DB-7275A5E62FA0}" dt="2025-12-11T19:03:04.946" v="1059"/>
        <pc:sldMkLst>
          <pc:docMk/>
          <pc:sldMk cId="2022855154" sldId="257"/>
        </pc:sldMkLst>
      </pc:sldChg>
      <pc:sldChg chg="modSp mod">
        <pc:chgData name="LE BRIERO Come" userId="73d5e5c2-8d7f-4a09-9d5f-3a13c21f4bf7" providerId="ADAL" clId="{B913C3E5-2E2B-49D6-A9DB-7275A5E62FA0}" dt="2025-12-05T07:50:11.899" v="815" actId="20577"/>
        <pc:sldMkLst>
          <pc:docMk/>
          <pc:sldMk cId="1204590467" sldId="261"/>
        </pc:sldMkLst>
        <pc:spChg chg="mod">
          <ac:chgData name="LE BRIERO Come" userId="73d5e5c2-8d7f-4a09-9d5f-3a13c21f4bf7" providerId="ADAL" clId="{B913C3E5-2E2B-49D6-A9DB-7275A5E62FA0}" dt="2025-12-05T07:50:11.899" v="815" actId="20577"/>
          <ac:spMkLst>
            <pc:docMk/>
            <pc:sldMk cId="1204590467" sldId="261"/>
            <ac:spMk id="15" creationId="{1969B4A2-DBD2-C926-F45B-6B559D02A516}"/>
          </ac:spMkLst>
        </pc:spChg>
        <pc:spChg chg="mod">
          <ac:chgData name="LE BRIERO Come" userId="73d5e5c2-8d7f-4a09-9d5f-3a13c21f4bf7" providerId="ADAL" clId="{B913C3E5-2E2B-49D6-A9DB-7275A5E62FA0}" dt="2025-12-05T07:50:09.580" v="809" actId="1076"/>
          <ac:spMkLst>
            <pc:docMk/>
            <pc:sldMk cId="1204590467" sldId="261"/>
            <ac:spMk id="16" creationId="{8FC869E6-7B89-F007-FA4D-FB844C73791D}"/>
          </ac:spMkLst>
        </pc:spChg>
      </pc:sldChg>
      <pc:sldChg chg="modSp">
        <pc:chgData name="LE BRIERO Come" userId="73d5e5c2-8d7f-4a09-9d5f-3a13c21f4bf7" providerId="ADAL" clId="{B913C3E5-2E2B-49D6-A9DB-7275A5E62FA0}" dt="2025-12-12T07:41:25.039" v="1092" actId="1076"/>
        <pc:sldMkLst>
          <pc:docMk/>
          <pc:sldMk cId="2471269515" sldId="265"/>
        </pc:sldMkLst>
        <pc:picChg chg="mod">
          <ac:chgData name="LE BRIERO Come" userId="73d5e5c2-8d7f-4a09-9d5f-3a13c21f4bf7" providerId="ADAL" clId="{B913C3E5-2E2B-49D6-A9DB-7275A5E62FA0}" dt="2025-12-12T07:41:25.039" v="1092" actId="1076"/>
          <ac:picMkLst>
            <pc:docMk/>
            <pc:sldMk cId="2471269515" sldId="265"/>
            <ac:picMk id="3074" creationId="{865B28DA-6167-75C1-187A-2D529AD9397C}"/>
          </ac:picMkLst>
        </pc:picChg>
      </pc:sldChg>
      <pc:sldChg chg="addSp delSp modSp add mod">
        <pc:chgData name="LE BRIERO Come" userId="73d5e5c2-8d7f-4a09-9d5f-3a13c21f4bf7" providerId="ADAL" clId="{B913C3E5-2E2B-49D6-A9DB-7275A5E62FA0}" dt="2025-12-12T08:04:22.323" v="1169" actId="1076"/>
        <pc:sldMkLst>
          <pc:docMk/>
          <pc:sldMk cId="414791828" sldId="267"/>
        </pc:sldMkLst>
        <pc:spChg chg="mod">
          <ac:chgData name="LE BRIERO Come" userId="73d5e5c2-8d7f-4a09-9d5f-3a13c21f4bf7" providerId="ADAL" clId="{B913C3E5-2E2B-49D6-A9DB-7275A5E62FA0}" dt="2025-12-12T08:04:00.836" v="1168" actId="1076"/>
          <ac:spMkLst>
            <pc:docMk/>
            <pc:sldMk cId="414791828" sldId="267"/>
            <ac:spMk id="2" creationId="{F20365B8-ADAA-4938-BCC2-F849F5E830CB}"/>
          </ac:spMkLst>
        </pc:spChg>
        <pc:spChg chg="mod">
          <ac:chgData name="LE BRIERO Come" userId="73d5e5c2-8d7f-4a09-9d5f-3a13c21f4bf7" providerId="ADAL" clId="{B913C3E5-2E2B-49D6-A9DB-7275A5E62FA0}" dt="2025-12-11T19:04:27.543" v="1061" actId="1076"/>
          <ac:spMkLst>
            <pc:docMk/>
            <pc:sldMk cId="414791828" sldId="267"/>
            <ac:spMk id="3" creationId="{399F4DF4-9C52-A7E7-82B8-83D6DE73616D}"/>
          </ac:spMkLst>
        </pc:spChg>
        <pc:spChg chg="mod">
          <ac:chgData name="LE BRIERO Come" userId="73d5e5c2-8d7f-4a09-9d5f-3a13c21f4bf7" providerId="ADAL" clId="{B913C3E5-2E2B-49D6-A9DB-7275A5E62FA0}" dt="2025-12-12T08:03:47.080" v="1162" actId="1076"/>
          <ac:spMkLst>
            <pc:docMk/>
            <pc:sldMk cId="414791828" sldId="267"/>
            <ac:spMk id="4" creationId="{4BD55559-89EF-CA22-2BB1-E82F5528DE12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5" creationId="{234CB5B0-895B-2B69-25F2-92D63D3C1371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6" creationId="{63ACFAAF-5A22-2952-9B93-E3F41A52EEF5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7" creationId="{122E3DB0-5942-245C-4F69-23479AD517EC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9" creationId="{19E05982-F800-B35F-AE92-4E7795749AC2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10" creationId="{930B9AB2-D899-A6CD-740D-565E3A979201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14" creationId="{E35C399F-5712-D9D6-9064-A98B517B266F}"/>
          </ac:spMkLst>
        </pc:spChg>
        <pc:spChg chg="add mod">
          <ac:chgData name="LE BRIERO Come" userId="73d5e5c2-8d7f-4a09-9d5f-3a13c21f4bf7" providerId="ADAL" clId="{B913C3E5-2E2B-49D6-A9DB-7275A5E62FA0}" dt="2025-12-12T08:03:55.985" v="1164" actId="1076"/>
          <ac:spMkLst>
            <pc:docMk/>
            <pc:sldMk cId="414791828" sldId="267"/>
            <ac:spMk id="15" creationId="{59A22015-490C-184D-FE37-D2B92E027D73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16" creationId="{F56764F7-5B3F-ECCB-88C5-80FD4C45585B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28" creationId="{DFA8C802-0DF8-6A22-EB03-953AA0DA9C2D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29" creationId="{B46CADA2-72DA-E9A8-27C6-D65C1B2545CC}"/>
          </ac:spMkLst>
        </pc:spChg>
        <pc:spChg chg="add mod">
          <ac:chgData name="LE BRIERO Come" userId="73d5e5c2-8d7f-4a09-9d5f-3a13c21f4bf7" providerId="ADAL" clId="{B913C3E5-2E2B-49D6-A9DB-7275A5E62FA0}" dt="2025-12-12T08:04:22.323" v="1169" actId="1076"/>
          <ac:spMkLst>
            <pc:docMk/>
            <pc:sldMk cId="414791828" sldId="267"/>
            <ac:spMk id="30" creationId="{5007678A-9F30-474D-372D-7B3A65CFBAA0}"/>
          </ac:spMkLst>
        </pc:spChg>
        <pc:spChg chg="add del mod">
          <ac:chgData name="LE BRIERO Come" userId="73d5e5c2-8d7f-4a09-9d5f-3a13c21f4bf7" providerId="ADAL" clId="{B913C3E5-2E2B-49D6-A9DB-7275A5E62FA0}" dt="2025-12-12T08:03:36.288" v="1159" actId="21"/>
          <ac:spMkLst>
            <pc:docMk/>
            <pc:sldMk cId="414791828" sldId="267"/>
            <ac:spMk id="31" creationId="{234CB5B0-895B-2B69-25F2-92D63D3C1371}"/>
          </ac:spMkLst>
        </pc:spChg>
        <pc:spChg chg="add del mod">
          <ac:chgData name="LE BRIERO Come" userId="73d5e5c2-8d7f-4a09-9d5f-3a13c21f4bf7" providerId="ADAL" clId="{B913C3E5-2E2B-49D6-A9DB-7275A5E62FA0}" dt="2025-12-12T08:03:36.288" v="1159" actId="21"/>
          <ac:spMkLst>
            <pc:docMk/>
            <pc:sldMk cId="414791828" sldId="267"/>
            <ac:spMk id="32" creationId="{63ACFAAF-5A22-2952-9B93-E3F41A52EEF5}"/>
          </ac:spMkLst>
        </pc:spChg>
        <pc:spChg chg="add del mod">
          <ac:chgData name="LE BRIERO Come" userId="73d5e5c2-8d7f-4a09-9d5f-3a13c21f4bf7" providerId="ADAL" clId="{B913C3E5-2E2B-49D6-A9DB-7275A5E62FA0}" dt="2025-12-12T08:03:36.288" v="1159" actId="21"/>
          <ac:spMkLst>
            <pc:docMk/>
            <pc:sldMk cId="414791828" sldId="267"/>
            <ac:spMk id="33" creationId="{122E3DB0-5942-245C-4F69-23479AD517EC}"/>
          </ac:spMkLst>
        </pc:spChg>
        <pc:spChg chg="add del mod">
          <ac:chgData name="LE BRIERO Come" userId="73d5e5c2-8d7f-4a09-9d5f-3a13c21f4bf7" providerId="ADAL" clId="{B913C3E5-2E2B-49D6-A9DB-7275A5E62FA0}" dt="2025-12-12T08:03:36.288" v="1159" actId="21"/>
          <ac:spMkLst>
            <pc:docMk/>
            <pc:sldMk cId="414791828" sldId="267"/>
            <ac:spMk id="38" creationId="{E35C399F-5712-D9D6-9064-A98B517B266F}"/>
          </ac:spMkLst>
        </pc:spChg>
        <pc:spChg chg="add del mod">
          <ac:chgData name="LE BRIERO Come" userId="73d5e5c2-8d7f-4a09-9d5f-3a13c21f4bf7" providerId="ADAL" clId="{B913C3E5-2E2B-49D6-A9DB-7275A5E62FA0}" dt="2025-12-12T08:03:36.288" v="1159" actId="21"/>
          <ac:spMkLst>
            <pc:docMk/>
            <pc:sldMk cId="414791828" sldId="267"/>
            <ac:spMk id="39" creationId="{59A22015-490C-184D-FE37-D2B92E027D73}"/>
          </ac:spMkLst>
        </pc:spChg>
        <pc:spChg chg="add del mod">
          <ac:chgData name="LE BRIERO Come" userId="73d5e5c2-8d7f-4a09-9d5f-3a13c21f4bf7" providerId="ADAL" clId="{B913C3E5-2E2B-49D6-A9DB-7275A5E62FA0}" dt="2025-12-12T08:03:36.288" v="1159" actId="21"/>
          <ac:spMkLst>
            <pc:docMk/>
            <pc:sldMk cId="414791828" sldId="267"/>
            <ac:spMk id="40" creationId="{F56764F7-5B3F-ECCB-88C5-80FD4C45585B}"/>
          </ac:spMkLst>
        </pc:spChg>
        <pc:cxnChg chg="add mod">
          <ac:chgData name="LE BRIERO Come" userId="73d5e5c2-8d7f-4a09-9d5f-3a13c21f4bf7" providerId="ADAL" clId="{B913C3E5-2E2B-49D6-A9DB-7275A5E62FA0}" dt="2025-12-12T08:03:55.985" v="1164" actId="1076"/>
          <ac:cxnSpMkLst>
            <pc:docMk/>
            <pc:sldMk cId="414791828" sldId="267"/>
            <ac:cxnSpMk id="8" creationId="{81DCA581-A973-E8A6-0082-D508DF55819D}"/>
          </ac:cxnSpMkLst>
        </pc:cxnChg>
        <pc:cxnChg chg="add mod">
          <ac:chgData name="LE BRIERO Come" userId="73d5e5c2-8d7f-4a09-9d5f-3a13c21f4bf7" providerId="ADAL" clId="{B913C3E5-2E2B-49D6-A9DB-7275A5E62FA0}" dt="2025-12-12T08:03:55.985" v="1164" actId="1076"/>
          <ac:cxnSpMkLst>
            <pc:docMk/>
            <pc:sldMk cId="414791828" sldId="267"/>
            <ac:cxnSpMk id="11" creationId="{EEBAC536-E07B-903D-B552-1EEB4482FBD0}"/>
          </ac:cxnSpMkLst>
        </pc:cxnChg>
        <pc:cxnChg chg="add del mod">
          <ac:chgData name="LE BRIERO Come" userId="73d5e5c2-8d7f-4a09-9d5f-3a13c21f4bf7" providerId="ADAL" clId="{B913C3E5-2E2B-49D6-A9DB-7275A5E62FA0}" dt="2025-12-12T08:03:47.080" v="1162" actId="1076"/>
          <ac:cxnSpMkLst>
            <pc:docMk/>
            <pc:sldMk cId="414791828" sldId="267"/>
            <ac:cxnSpMk id="12" creationId="{FD0C1624-01E5-4C71-0563-9836991EA068}"/>
          </ac:cxnSpMkLst>
        </pc:cxnChg>
        <pc:cxnChg chg="add mod">
          <ac:chgData name="LE BRIERO Come" userId="73d5e5c2-8d7f-4a09-9d5f-3a13c21f4bf7" providerId="ADAL" clId="{B913C3E5-2E2B-49D6-A9DB-7275A5E62FA0}" dt="2025-12-12T08:03:55.985" v="1164" actId="1076"/>
          <ac:cxnSpMkLst>
            <pc:docMk/>
            <pc:sldMk cId="414791828" sldId="267"/>
            <ac:cxnSpMk id="13" creationId="{77E024B0-0917-A11B-E333-A1DB5283F23E}"/>
          </ac:cxnSpMkLst>
        </pc:cxnChg>
        <pc:cxnChg chg="add mod">
          <ac:chgData name="LE BRIERO Come" userId="73d5e5c2-8d7f-4a09-9d5f-3a13c21f4bf7" providerId="ADAL" clId="{B913C3E5-2E2B-49D6-A9DB-7275A5E62FA0}" dt="2025-12-12T08:03:47.080" v="1162" actId="1076"/>
          <ac:cxnSpMkLst>
            <pc:docMk/>
            <pc:sldMk cId="414791828" sldId="267"/>
            <ac:cxnSpMk id="24" creationId="{59B858AC-0030-1550-C24C-3778361E1CBA}"/>
          </ac:cxnSpMkLst>
        </pc:cxnChg>
        <pc:cxnChg chg="add mod">
          <ac:chgData name="LE BRIERO Come" userId="73d5e5c2-8d7f-4a09-9d5f-3a13c21f4bf7" providerId="ADAL" clId="{B913C3E5-2E2B-49D6-A9DB-7275A5E62FA0}" dt="2025-12-12T08:03:47.080" v="1162" actId="1076"/>
          <ac:cxnSpMkLst>
            <pc:docMk/>
            <pc:sldMk cId="414791828" sldId="267"/>
            <ac:cxnSpMk id="26" creationId="{2D8CEAEC-ADB4-1188-EE5B-40BA2E4D41EA}"/>
          </ac:cxnSpMkLst>
        </pc:cxnChg>
        <pc:cxnChg chg="add mod">
          <ac:chgData name="LE BRIERO Come" userId="73d5e5c2-8d7f-4a09-9d5f-3a13c21f4bf7" providerId="ADAL" clId="{B913C3E5-2E2B-49D6-A9DB-7275A5E62FA0}" dt="2025-12-12T08:03:47.080" v="1162" actId="1076"/>
          <ac:cxnSpMkLst>
            <pc:docMk/>
            <pc:sldMk cId="414791828" sldId="267"/>
            <ac:cxnSpMk id="27" creationId="{9178CC8B-E91A-74C7-6AD7-0F57C97362A9}"/>
          </ac:cxnSpMkLst>
        </pc:cxnChg>
        <pc:cxnChg chg="add del mod">
          <ac:chgData name="LE BRIERO Come" userId="73d5e5c2-8d7f-4a09-9d5f-3a13c21f4bf7" providerId="ADAL" clId="{B913C3E5-2E2B-49D6-A9DB-7275A5E62FA0}" dt="2025-12-12T08:03:36.288" v="1159" actId="21"/>
          <ac:cxnSpMkLst>
            <pc:docMk/>
            <pc:sldMk cId="414791828" sldId="267"/>
            <ac:cxnSpMk id="34" creationId="{81DCA581-A973-E8A6-0082-D508DF55819D}"/>
          </ac:cxnSpMkLst>
        </pc:cxnChg>
        <pc:cxnChg chg="add del mod">
          <ac:chgData name="LE BRIERO Come" userId="73d5e5c2-8d7f-4a09-9d5f-3a13c21f4bf7" providerId="ADAL" clId="{B913C3E5-2E2B-49D6-A9DB-7275A5E62FA0}" dt="2025-12-12T08:03:36.288" v="1159" actId="21"/>
          <ac:cxnSpMkLst>
            <pc:docMk/>
            <pc:sldMk cId="414791828" sldId="267"/>
            <ac:cxnSpMk id="36" creationId="{EEBAC536-E07B-903D-B552-1EEB4482FBD0}"/>
          </ac:cxnSpMkLst>
        </pc:cxnChg>
        <pc:cxnChg chg="add del mod">
          <ac:chgData name="LE BRIERO Come" userId="73d5e5c2-8d7f-4a09-9d5f-3a13c21f4bf7" providerId="ADAL" clId="{B913C3E5-2E2B-49D6-A9DB-7275A5E62FA0}" dt="2025-12-12T08:03:36.288" v="1159" actId="21"/>
          <ac:cxnSpMkLst>
            <pc:docMk/>
            <pc:sldMk cId="414791828" sldId="267"/>
            <ac:cxnSpMk id="37" creationId="{77E024B0-0917-A11B-E333-A1DB5283F23E}"/>
          </ac:cxnSpMkLst>
        </pc:cxnChg>
      </pc:sldChg>
      <pc:sldChg chg="addSp delSp modSp new mod setBg">
        <pc:chgData name="LE BRIERO Come" userId="73d5e5c2-8d7f-4a09-9d5f-3a13c21f4bf7" providerId="ADAL" clId="{B913C3E5-2E2B-49D6-A9DB-7275A5E62FA0}" dt="2025-12-12T07:45:25.261" v="1129" actId="1076"/>
        <pc:sldMkLst>
          <pc:docMk/>
          <pc:sldMk cId="1071034882" sldId="268"/>
        </pc:sldMkLst>
        <pc:spChg chg="mod">
          <ac:chgData name="LE BRIERO Come" userId="73d5e5c2-8d7f-4a09-9d5f-3a13c21f4bf7" providerId="ADAL" clId="{B913C3E5-2E2B-49D6-A9DB-7275A5E62FA0}" dt="2025-12-12T07:45:25.261" v="1129" actId="1076"/>
          <ac:spMkLst>
            <pc:docMk/>
            <pc:sldMk cId="1071034882" sldId="268"/>
            <ac:spMk id="2" creationId="{642B8266-6169-E0E2-95BE-02B636E962FE}"/>
          </ac:spMkLst>
        </pc:spChg>
        <pc:spChg chg="mod ord">
          <ac:chgData name="LE BRIERO Come" userId="73d5e5c2-8d7f-4a09-9d5f-3a13c21f4bf7" providerId="ADAL" clId="{B913C3E5-2E2B-49D6-A9DB-7275A5E62FA0}" dt="2025-12-12T07:42:12.575" v="1097" actId="26606"/>
          <ac:spMkLst>
            <pc:docMk/>
            <pc:sldMk cId="1071034882" sldId="268"/>
            <ac:spMk id="4" creationId="{BA2351A3-7AEA-A9DA-1D8E-9DA31F0D3374}"/>
          </ac:spMkLst>
        </pc:spChg>
        <pc:spChg chg="add del mod">
          <ac:chgData name="LE BRIERO Come" userId="73d5e5c2-8d7f-4a09-9d5f-3a13c21f4bf7" providerId="ADAL" clId="{B913C3E5-2E2B-49D6-A9DB-7275A5E62FA0}" dt="2025-12-12T07:42:05.044" v="1095" actId="478"/>
          <ac:spMkLst>
            <pc:docMk/>
            <pc:sldMk cId="1071034882" sldId="268"/>
            <ac:spMk id="5" creationId="{9A39AFFF-1D80-7164-A04C-87F0163B28E4}"/>
          </ac:spMkLst>
        </pc:spChg>
        <pc:spChg chg="add del">
          <ac:chgData name="LE BRIERO Come" userId="73d5e5c2-8d7f-4a09-9d5f-3a13c21f4bf7" providerId="ADAL" clId="{B913C3E5-2E2B-49D6-A9DB-7275A5E62FA0}" dt="2025-12-12T07:42:12.575" v="1097" actId="26606"/>
          <ac:spMkLst>
            <pc:docMk/>
            <pc:sldMk cId="1071034882" sldId="268"/>
            <ac:spMk id="29" creationId="{6DC8E2D9-6729-4614-8667-C1016D3182E4}"/>
          </ac:spMkLst>
        </pc:spChg>
        <pc:spChg chg="add del">
          <ac:chgData name="LE BRIERO Come" userId="73d5e5c2-8d7f-4a09-9d5f-3a13c21f4bf7" providerId="ADAL" clId="{B913C3E5-2E2B-49D6-A9DB-7275A5E62FA0}" dt="2025-12-12T07:42:12.575" v="1097" actId="26606"/>
          <ac:spMkLst>
            <pc:docMk/>
            <pc:sldMk cId="1071034882" sldId="268"/>
            <ac:spMk id="31" creationId="{DE59CF68-BABE-4C2C-8CF4-65074F93B2CF}"/>
          </ac:spMkLst>
        </pc:spChg>
        <pc:spChg chg="add del">
          <ac:chgData name="LE BRIERO Come" userId="73d5e5c2-8d7f-4a09-9d5f-3a13c21f4bf7" providerId="ADAL" clId="{B913C3E5-2E2B-49D6-A9DB-7275A5E62FA0}" dt="2025-12-12T07:42:12.575" v="1097" actId="26606"/>
          <ac:spMkLst>
            <pc:docMk/>
            <pc:sldMk cId="1071034882" sldId="268"/>
            <ac:spMk id="45" creationId="{04D326E6-DCF1-49C2-A73B-F2163348A0DF}"/>
          </ac:spMkLst>
        </pc:spChg>
        <pc:spChg chg="add del">
          <ac:chgData name="LE BRIERO Come" userId="73d5e5c2-8d7f-4a09-9d5f-3a13c21f4bf7" providerId="ADAL" clId="{B913C3E5-2E2B-49D6-A9DB-7275A5E62FA0}" dt="2025-12-12T07:42:12.575" v="1097" actId="26606"/>
          <ac:spMkLst>
            <pc:docMk/>
            <pc:sldMk cId="1071034882" sldId="268"/>
            <ac:spMk id="66" creationId="{6DC8E2D9-6729-4614-8667-C1016D3182E4}"/>
          </ac:spMkLst>
        </pc:spChg>
        <pc:spChg chg="add del">
          <ac:chgData name="LE BRIERO Come" userId="73d5e5c2-8d7f-4a09-9d5f-3a13c21f4bf7" providerId="ADAL" clId="{B913C3E5-2E2B-49D6-A9DB-7275A5E62FA0}" dt="2025-12-12T07:42:12.575" v="1097" actId="26606"/>
          <ac:spMkLst>
            <pc:docMk/>
            <pc:sldMk cId="1071034882" sldId="268"/>
            <ac:spMk id="68" creationId="{9B9AACA9-BD92-429F-8047-0731DB46F99F}"/>
          </ac:spMkLst>
        </pc:spChg>
        <pc:grpChg chg="add del">
          <ac:chgData name="LE BRIERO Come" userId="73d5e5c2-8d7f-4a09-9d5f-3a13c21f4bf7" providerId="ADAL" clId="{B913C3E5-2E2B-49D6-A9DB-7275A5E62FA0}" dt="2025-12-12T07:42:12.575" v="1097" actId="26606"/>
          <ac:grpSpMkLst>
            <pc:docMk/>
            <pc:sldMk cId="1071034882" sldId="268"/>
            <ac:grpSpMk id="47" creationId="{3E1D28A9-431E-4E55-ADE3-161D757A2DA7}"/>
          </ac:grpSpMkLst>
        </pc:grpChg>
        <pc:picChg chg="add del mod ord">
          <ac:chgData name="LE BRIERO Come" userId="73d5e5c2-8d7f-4a09-9d5f-3a13c21f4bf7" providerId="ADAL" clId="{B913C3E5-2E2B-49D6-A9DB-7275A5E62FA0}" dt="2025-12-12T07:42:00.199" v="1094" actId="478"/>
          <ac:picMkLst>
            <pc:docMk/>
            <pc:sldMk cId="1071034882" sldId="268"/>
            <ac:picMk id="6" creationId="{BDF6D4F3-13AA-BF1B-3BA4-D490B1AE2585}"/>
          </ac:picMkLst>
        </pc:picChg>
        <pc:picChg chg="add del mod ord">
          <ac:chgData name="LE BRIERO Come" userId="73d5e5c2-8d7f-4a09-9d5f-3a13c21f4bf7" providerId="ADAL" clId="{B913C3E5-2E2B-49D6-A9DB-7275A5E62FA0}" dt="2025-12-12T07:42:00.199" v="1094" actId="478"/>
          <ac:picMkLst>
            <pc:docMk/>
            <pc:sldMk cId="1071034882" sldId="268"/>
            <ac:picMk id="8" creationId="{3EF5E370-92AF-8FA6-B56D-117B6EF70568}"/>
          </ac:picMkLst>
        </pc:picChg>
        <pc:picChg chg="add mod ord">
          <ac:chgData name="LE BRIERO Come" userId="73d5e5c2-8d7f-4a09-9d5f-3a13c21f4bf7" providerId="ADAL" clId="{B913C3E5-2E2B-49D6-A9DB-7275A5E62FA0}" dt="2025-12-12T07:42:40.999" v="1103" actId="1076"/>
          <ac:picMkLst>
            <pc:docMk/>
            <pc:sldMk cId="1071034882" sldId="268"/>
            <ac:picMk id="10" creationId="{64C226E8-DD6D-094C-4E33-3819996FC529}"/>
          </ac:picMkLst>
        </pc:picChg>
        <pc:picChg chg="add mod ord">
          <ac:chgData name="LE BRIERO Come" userId="73d5e5c2-8d7f-4a09-9d5f-3a13c21f4bf7" providerId="ADAL" clId="{B913C3E5-2E2B-49D6-A9DB-7275A5E62FA0}" dt="2025-12-12T07:42:44.655" v="1104" actId="1076"/>
          <ac:picMkLst>
            <pc:docMk/>
            <pc:sldMk cId="1071034882" sldId="268"/>
            <ac:picMk id="12" creationId="{2EF3960E-231B-D69D-FE2D-2BE036F06B39}"/>
          </ac:picMkLst>
        </pc:picChg>
      </pc:sldChg>
      <pc:sldChg chg="addSp delSp modSp add mod">
        <pc:chgData name="LE BRIERO Come" userId="73d5e5c2-8d7f-4a09-9d5f-3a13c21f4bf7" providerId="ADAL" clId="{B913C3E5-2E2B-49D6-A9DB-7275A5E62FA0}" dt="2025-12-12T08:02:01.012" v="1158" actId="1076"/>
        <pc:sldMkLst>
          <pc:docMk/>
          <pc:sldMk cId="1402038409" sldId="269"/>
        </pc:sldMkLst>
        <pc:spChg chg="mod">
          <ac:chgData name="LE BRIERO Come" userId="73d5e5c2-8d7f-4a09-9d5f-3a13c21f4bf7" providerId="ADAL" clId="{B913C3E5-2E2B-49D6-A9DB-7275A5E62FA0}" dt="2025-12-05T08:08:22.484" v="972" actId="1076"/>
          <ac:spMkLst>
            <pc:docMk/>
            <pc:sldMk cId="1402038409" sldId="269"/>
            <ac:spMk id="2" creationId="{80CB2077-1FEF-EF82-0C9D-B361C1892F10}"/>
          </ac:spMkLst>
        </pc:spChg>
        <pc:spChg chg="add mod">
          <ac:chgData name="LE BRIERO Come" userId="73d5e5c2-8d7f-4a09-9d5f-3a13c21f4bf7" providerId="ADAL" clId="{B913C3E5-2E2B-49D6-A9DB-7275A5E62FA0}" dt="2025-12-12T08:02:01.012" v="1158" actId="1076"/>
          <ac:spMkLst>
            <pc:docMk/>
            <pc:sldMk cId="1402038409" sldId="269"/>
            <ac:spMk id="3" creationId="{3D47309C-6367-23F1-2385-374949E33847}"/>
          </ac:spMkLst>
        </pc:spChg>
        <pc:graphicFrameChg chg="add mod ord modGraphic">
          <ac:chgData name="LE BRIERO Come" userId="73d5e5c2-8d7f-4a09-9d5f-3a13c21f4bf7" providerId="ADAL" clId="{B913C3E5-2E2B-49D6-A9DB-7275A5E62FA0}" dt="2025-12-05T08:08:42.343" v="978" actId="1076"/>
          <ac:graphicFrameMkLst>
            <pc:docMk/>
            <pc:sldMk cId="1402038409" sldId="269"/>
            <ac:graphicFrameMk id="9" creationId="{93E75D18-B7D6-B46F-9777-8117D77F558E}"/>
          </ac:graphicFrameMkLst>
        </pc:graphicFrameChg>
      </pc:sldChg>
      <pc:sldChg chg="addSp delSp modSp new mod">
        <pc:chgData name="LE BRIERO Come" userId="73d5e5c2-8d7f-4a09-9d5f-3a13c21f4bf7" providerId="ADAL" clId="{B913C3E5-2E2B-49D6-A9DB-7275A5E62FA0}" dt="2025-12-05T08:11:01.290" v="1020" actId="1076"/>
        <pc:sldMkLst>
          <pc:docMk/>
          <pc:sldMk cId="520300132" sldId="270"/>
        </pc:sldMkLst>
        <pc:spChg chg="mod">
          <ac:chgData name="LE BRIERO Come" userId="73d5e5c2-8d7f-4a09-9d5f-3a13c21f4bf7" providerId="ADAL" clId="{B913C3E5-2E2B-49D6-A9DB-7275A5E62FA0}" dt="2025-12-05T08:11:01.290" v="1020" actId="1076"/>
          <ac:spMkLst>
            <pc:docMk/>
            <pc:sldMk cId="520300132" sldId="270"/>
            <ac:spMk id="2" creationId="{467C0E1A-BCF2-5A0B-9215-934684030E06}"/>
          </ac:spMkLst>
        </pc:spChg>
        <pc:picChg chg="add mod">
          <ac:chgData name="LE BRIERO Come" userId="73d5e5c2-8d7f-4a09-9d5f-3a13c21f4bf7" providerId="ADAL" clId="{B913C3E5-2E2B-49D6-A9DB-7275A5E62FA0}" dt="2025-12-05T08:10:59.152" v="1019" actId="1076"/>
          <ac:picMkLst>
            <pc:docMk/>
            <pc:sldMk cId="520300132" sldId="270"/>
            <ac:picMk id="6" creationId="{95C841A5-208A-DBC4-4D9A-FE903FF0F2DF}"/>
          </ac:picMkLst>
        </pc:picChg>
      </pc:sldChg>
      <pc:sldChg chg="addSp delSp modSp new mod setBg">
        <pc:chgData name="LE BRIERO Come" userId="73d5e5c2-8d7f-4a09-9d5f-3a13c21f4bf7" providerId="ADAL" clId="{B913C3E5-2E2B-49D6-A9DB-7275A5E62FA0}" dt="2025-12-12T07:59:24.242" v="1157" actId="1076"/>
        <pc:sldMkLst>
          <pc:docMk/>
          <pc:sldMk cId="1749980543" sldId="271"/>
        </pc:sldMkLst>
        <pc:spChg chg="mod ord">
          <ac:chgData name="LE BRIERO Come" userId="73d5e5c2-8d7f-4a09-9d5f-3a13c21f4bf7" providerId="ADAL" clId="{B913C3E5-2E2B-49D6-A9DB-7275A5E62FA0}" dt="2025-12-12T07:58:41.118" v="1147" actId="26606"/>
          <ac:spMkLst>
            <pc:docMk/>
            <pc:sldMk cId="1749980543" sldId="271"/>
            <ac:spMk id="4" creationId="{79A95884-A920-7118-4B52-B29159B0A615}"/>
          </ac:spMkLst>
        </pc:spChg>
        <pc:spChg chg="add mod">
          <ac:chgData name="LE BRIERO Come" userId="73d5e5c2-8d7f-4a09-9d5f-3a13c21f4bf7" providerId="ADAL" clId="{B913C3E5-2E2B-49D6-A9DB-7275A5E62FA0}" dt="2025-12-12T07:59:15.738" v="1156" actId="1076"/>
          <ac:spMkLst>
            <pc:docMk/>
            <pc:sldMk cId="1749980543" sldId="271"/>
            <ac:spMk id="7" creationId="{29D3DAC8-C455-2C1D-9137-3B8D645D65B6}"/>
          </ac:spMkLst>
        </pc:spChg>
        <pc:spChg chg="add del">
          <ac:chgData name="LE BRIERO Come" userId="73d5e5c2-8d7f-4a09-9d5f-3a13c21f4bf7" providerId="ADAL" clId="{B913C3E5-2E2B-49D6-A9DB-7275A5E62FA0}" dt="2025-12-12T07:58:41.118" v="1147" actId="26606"/>
          <ac:spMkLst>
            <pc:docMk/>
            <pc:sldMk cId="1749980543" sldId="271"/>
            <ac:spMk id="26" creationId="{6DC8E2D9-6729-4614-8667-C1016D3182E4}"/>
          </ac:spMkLst>
        </pc:spChg>
        <pc:spChg chg="add del">
          <ac:chgData name="LE BRIERO Come" userId="73d5e5c2-8d7f-4a09-9d5f-3a13c21f4bf7" providerId="ADAL" clId="{B913C3E5-2E2B-49D6-A9DB-7275A5E62FA0}" dt="2025-12-12T07:58:41.118" v="1147" actId="26606"/>
          <ac:spMkLst>
            <pc:docMk/>
            <pc:sldMk cId="1749980543" sldId="271"/>
            <ac:spMk id="28" creationId="{DE59CF68-BABE-4C2C-8CF4-65074F93B2CF}"/>
          </ac:spMkLst>
        </pc:spChg>
        <pc:spChg chg="add del">
          <ac:chgData name="LE BRIERO Come" userId="73d5e5c2-8d7f-4a09-9d5f-3a13c21f4bf7" providerId="ADAL" clId="{B913C3E5-2E2B-49D6-A9DB-7275A5E62FA0}" dt="2025-12-12T07:58:41.118" v="1147" actId="26606"/>
          <ac:spMkLst>
            <pc:docMk/>
            <pc:sldMk cId="1749980543" sldId="271"/>
            <ac:spMk id="42" creationId="{92723215-36CB-4E08-A75E-75D77CA52A70}"/>
          </ac:spMkLst>
        </pc:spChg>
        <pc:grpChg chg="add del">
          <ac:chgData name="LE BRIERO Come" userId="73d5e5c2-8d7f-4a09-9d5f-3a13c21f4bf7" providerId="ADAL" clId="{B913C3E5-2E2B-49D6-A9DB-7275A5E62FA0}" dt="2025-12-12T07:58:41.118" v="1147" actId="26606"/>
          <ac:grpSpMkLst>
            <pc:docMk/>
            <pc:sldMk cId="1749980543" sldId="271"/>
            <ac:grpSpMk id="14" creationId="{BF4E480B-94D6-46F9-A2B6-B98D311FDC19}"/>
          </ac:grpSpMkLst>
        </pc:grpChg>
        <pc:grpChg chg="add del">
          <ac:chgData name="LE BRIERO Come" userId="73d5e5c2-8d7f-4a09-9d5f-3a13c21f4bf7" providerId="ADAL" clId="{B913C3E5-2E2B-49D6-A9DB-7275A5E62FA0}" dt="2025-12-12T07:58:41.118" v="1147" actId="26606"/>
          <ac:grpSpMkLst>
            <pc:docMk/>
            <pc:sldMk cId="1749980543" sldId="271"/>
            <ac:grpSpMk id="30" creationId="{3E1D28A9-431E-4E55-ADE3-161D757A2DA7}"/>
          </ac:grpSpMkLst>
        </pc:grpChg>
        <pc:picChg chg="add mod">
          <ac:chgData name="LE BRIERO Come" userId="73d5e5c2-8d7f-4a09-9d5f-3a13c21f4bf7" providerId="ADAL" clId="{B913C3E5-2E2B-49D6-A9DB-7275A5E62FA0}" dt="2025-12-12T07:59:24.242" v="1157" actId="1076"/>
          <ac:picMkLst>
            <pc:docMk/>
            <pc:sldMk cId="1749980543" sldId="271"/>
            <ac:picMk id="3" creationId="{234E0386-D552-B7E2-1593-AAF71CEE4BCB}"/>
          </ac:picMkLst>
        </pc:picChg>
        <pc:picChg chg="add mod ord modCrop">
          <ac:chgData name="LE BRIERO Come" userId="73d5e5c2-8d7f-4a09-9d5f-3a13c21f4bf7" providerId="ADAL" clId="{B913C3E5-2E2B-49D6-A9DB-7275A5E62FA0}" dt="2025-12-12T07:59:24.242" v="1157" actId="1076"/>
          <ac:picMkLst>
            <pc:docMk/>
            <pc:sldMk cId="1749980543" sldId="271"/>
            <ac:picMk id="9" creationId="{97DAEA51-76BF-3BBC-DAF8-E00B1B998ACE}"/>
          </ac:picMkLst>
        </pc:picChg>
      </pc:sldChg>
      <pc:sldChg chg="addSp delSp modSp add mod">
        <pc:chgData name="LE BRIERO Come" userId="73d5e5c2-8d7f-4a09-9d5f-3a13c21f4bf7" providerId="ADAL" clId="{B913C3E5-2E2B-49D6-A9DB-7275A5E62FA0}" dt="2025-12-12T07:45:11.573" v="1128" actId="1076"/>
        <pc:sldMkLst>
          <pc:docMk/>
          <pc:sldMk cId="2214933842" sldId="273"/>
        </pc:sldMkLst>
        <pc:spChg chg="mod">
          <ac:chgData name="LE BRIERO Come" userId="73d5e5c2-8d7f-4a09-9d5f-3a13c21f4bf7" providerId="ADAL" clId="{B913C3E5-2E2B-49D6-A9DB-7275A5E62FA0}" dt="2025-12-12T07:44:59.341" v="1127" actId="1076"/>
          <ac:spMkLst>
            <pc:docMk/>
            <pc:sldMk cId="2214933842" sldId="273"/>
            <ac:spMk id="2" creationId="{09F41E72-5AFA-FD75-E867-F2AAB601B6A3}"/>
          </ac:spMkLst>
        </pc:spChg>
        <pc:picChg chg="add del mod">
          <ac:chgData name="LE BRIERO Come" userId="73d5e5c2-8d7f-4a09-9d5f-3a13c21f4bf7" providerId="ADAL" clId="{B913C3E5-2E2B-49D6-A9DB-7275A5E62FA0}" dt="2025-12-12T07:43:26.899" v="1113" actId="478"/>
          <ac:picMkLst>
            <pc:docMk/>
            <pc:sldMk cId="2214933842" sldId="273"/>
            <ac:picMk id="3" creationId="{8C298088-4CC1-9E05-E978-6E30236DB627}"/>
          </ac:picMkLst>
        </pc:picChg>
        <pc:picChg chg="add del mod">
          <ac:chgData name="LE BRIERO Come" userId="73d5e5c2-8d7f-4a09-9d5f-3a13c21f4bf7" providerId="ADAL" clId="{B913C3E5-2E2B-49D6-A9DB-7275A5E62FA0}" dt="2025-12-12T07:44:30.984" v="1124" actId="478"/>
          <ac:picMkLst>
            <pc:docMk/>
            <pc:sldMk cId="2214933842" sldId="273"/>
            <ac:picMk id="5" creationId="{1EBFA47A-6295-EA86-108A-7FCE0B7A885A}"/>
          </ac:picMkLst>
        </pc:picChg>
        <pc:picChg chg="mod">
          <ac:chgData name="LE BRIERO Come" userId="73d5e5c2-8d7f-4a09-9d5f-3a13c21f4bf7" providerId="ADAL" clId="{B913C3E5-2E2B-49D6-A9DB-7275A5E62FA0}" dt="2025-12-12T07:45:11.573" v="1128" actId="1076"/>
          <ac:picMkLst>
            <pc:docMk/>
            <pc:sldMk cId="2214933842" sldId="273"/>
            <ac:picMk id="6" creationId="{965A0BFD-C13F-AC99-F536-70DF94D28536}"/>
          </ac:picMkLst>
        </pc:picChg>
        <pc:picChg chg="add del mod">
          <ac:chgData name="LE BRIERO Come" userId="73d5e5c2-8d7f-4a09-9d5f-3a13c21f4bf7" providerId="ADAL" clId="{B913C3E5-2E2B-49D6-A9DB-7275A5E62FA0}" dt="2025-12-12T07:44:30.984" v="1124" actId="478"/>
          <ac:picMkLst>
            <pc:docMk/>
            <pc:sldMk cId="2214933842" sldId="273"/>
            <ac:picMk id="7" creationId="{D121C985-71D8-82D2-EAFF-E9083CFFEE5B}"/>
          </ac:picMkLst>
        </pc:picChg>
        <pc:picChg chg="mod">
          <ac:chgData name="LE BRIERO Come" userId="73d5e5c2-8d7f-4a09-9d5f-3a13c21f4bf7" providerId="ADAL" clId="{B913C3E5-2E2B-49D6-A9DB-7275A5E62FA0}" dt="2025-12-12T07:45:11.573" v="1128" actId="1076"/>
          <ac:picMkLst>
            <pc:docMk/>
            <pc:sldMk cId="2214933842" sldId="273"/>
            <ac:picMk id="8" creationId="{65E447B1-BD6E-4572-DC1B-9A2BE5251FE0}"/>
          </ac:picMkLst>
        </pc:picChg>
        <pc:picChg chg="del">
          <ac:chgData name="LE BRIERO Come" userId="73d5e5c2-8d7f-4a09-9d5f-3a13c21f4bf7" providerId="ADAL" clId="{B913C3E5-2E2B-49D6-A9DB-7275A5E62FA0}" dt="2025-12-12T07:42:57.811" v="1106" actId="478"/>
          <ac:picMkLst>
            <pc:docMk/>
            <pc:sldMk cId="2214933842" sldId="273"/>
            <ac:picMk id="10" creationId="{43E9F3C3-F457-1640-A36A-53CEE3F1880F}"/>
          </ac:picMkLst>
        </pc:picChg>
        <pc:picChg chg="del">
          <ac:chgData name="LE BRIERO Come" userId="73d5e5c2-8d7f-4a09-9d5f-3a13c21f4bf7" providerId="ADAL" clId="{B913C3E5-2E2B-49D6-A9DB-7275A5E62FA0}" dt="2025-12-12T07:42:57.811" v="1106" actId="478"/>
          <ac:picMkLst>
            <pc:docMk/>
            <pc:sldMk cId="2214933842" sldId="273"/>
            <ac:picMk id="12" creationId="{04F8D03C-BDAE-796E-566B-1FC692197297}"/>
          </ac:picMkLst>
        </pc:picChg>
      </pc:sldChg>
      <pc:sldChg chg="addSp delSp modSp del mod modAnim">
        <pc:chgData name="LE BRIERO Come" userId="73d5e5c2-8d7f-4a09-9d5f-3a13c21f4bf7" providerId="ADAL" clId="{B913C3E5-2E2B-49D6-A9DB-7275A5E62FA0}" dt="2025-12-11T20:44:04.511" v="1069" actId="2696"/>
        <pc:sldMkLst>
          <pc:docMk/>
          <pc:sldMk cId="4289368325" sldId="273"/>
        </pc:sldMkLst>
      </pc:sldChg>
      <pc:sldChg chg="addSp delSp modSp mod">
        <pc:chgData name="LE BRIERO Come" userId="73d5e5c2-8d7f-4a09-9d5f-3a13c21f4bf7" providerId="ADAL" clId="{B913C3E5-2E2B-49D6-A9DB-7275A5E62FA0}" dt="2025-12-12T08:14:14.787" v="1181" actId="732"/>
        <pc:sldMkLst>
          <pc:docMk/>
          <pc:sldMk cId="2912216377" sldId="274"/>
        </pc:sldMkLst>
        <pc:picChg chg="add del mod modCrop">
          <ac:chgData name="LE BRIERO Come" userId="73d5e5c2-8d7f-4a09-9d5f-3a13c21f4bf7" providerId="ADAL" clId="{B913C3E5-2E2B-49D6-A9DB-7275A5E62FA0}" dt="2025-12-12T08:13:53.713" v="1176" actId="478"/>
          <ac:picMkLst>
            <pc:docMk/>
            <pc:sldMk cId="2912216377" sldId="274"/>
            <ac:picMk id="11" creationId="{4C29206A-B1B3-F1EE-E7F0-3ED06285469E}"/>
          </ac:picMkLst>
        </pc:picChg>
        <pc:picChg chg="add mod modCrop">
          <ac:chgData name="LE BRIERO Come" userId="73d5e5c2-8d7f-4a09-9d5f-3a13c21f4bf7" providerId="ADAL" clId="{B913C3E5-2E2B-49D6-A9DB-7275A5E62FA0}" dt="2025-12-12T08:14:14.787" v="1181" actId="732"/>
          <ac:picMkLst>
            <pc:docMk/>
            <pc:sldMk cId="2912216377" sldId="274"/>
            <ac:picMk id="14" creationId="{592921E5-0A1A-D207-8568-3AF619C693AA}"/>
          </ac:picMkLst>
        </pc:picChg>
      </pc:sldChg>
    </pc:docChg>
  </pc:docChgLst>
  <pc:docChgLst>
    <pc:chgData name="GASS Simeon" userId="4357f992-1fe8-4b6f-9914-2484aa85c867" providerId="ADAL" clId="{AF3056E6-7A9B-4988-80C5-52C7D6B98E9F}"/>
    <pc:docChg chg="undo custSel addSld delSld modSld">
      <pc:chgData name="GASS Simeon" userId="4357f992-1fe8-4b6f-9914-2484aa85c867" providerId="ADAL" clId="{AF3056E6-7A9B-4988-80C5-52C7D6B98E9F}" dt="2025-12-12T08:21:05.760" v="427" actId="20577"/>
      <pc:docMkLst>
        <pc:docMk/>
      </pc:docMkLst>
      <pc:sldChg chg="addSp modSp mod">
        <pc:chgData name="GASS Simeon" userId="4357f992-1fe8-4b6f-9914-2484aa85c867" providerId="ADAL" clId="{AF3056E6-7A9B-4988-80C5-52C7D6B98E9F}" dt="2025-12-12T07:41:37.376" v="231" actId="5793"/>
        <pc:sldMkLst>
          <pc:docMk/>
          <pc:sldMk cId="2022855154" sldId="257"/>
        </pc:sldMkLst>
        <pc:spChg chg="mod">
          <ac:chgData name="GASS Simeon" userId="4357f992-1fe8-4b6f-9914-2484aa85c867" providerId="ADAL" clId="{AF3056E6-7A9B-4988-80C5-52C7D6B98E9F}" dt="2025-12-12T07:41:37.376" v="231" actId="5793"/>
          <ac:spMkLst>
            <pc:docMk/>
            <pc:sldMk cId="2022855154" sldId="257"/>
            <ac:spMk id="4" creationId="{D36D5439-710D-4DEA-93BF-E6D54E60CB31}"/>
          </ac:spMkLst>
        </pc:spChg>
        <pc:picChg chg="add mod modCrop">
          <ac:chgData name="GASS Simeon" userId="4357f992-1fe8-4b6f-9914-2484aa85c867" providerId="ADAL" clId="{AF3056E6-7A9B-4988-80C5-52C7D6B98E9F}" dt="2025-12-12T07:41:32.474" v="229" actId="14100"/>
          <ac:picMkLst>
            <pc:docMk/>
            <pc:sldMk cId="2022855154" sldId="257"/>
            <ac:picMk id="6" creationId="{C57F78CC-1726-C9CA-C26F-12C637154437}"/>
          </ac:picMkLst>
        </pc:picChg>
      </pc:sldChg>
      <pc:sldChg chg="modSp mod">
        <pc:chgData name="GASS Simeon" userId="4357f992-1fe8-4b6f-9914-2484aa85c867" providerId="ADAL" clId="{AF3056E6-7A9B-4988-80C5-52C7D6B98E9F}" dt="2025-12-12T08:21:05.760" v="427" actId="20577"/>
        <pc:sldMkLst>
          <pc:docMk/>
          <pc:sldMk cId="285848037" sldId="264"/>
        </pc:sldMkLst>
        <pc:spChg chg="mod">
          <ac:chgData name="GASS Simeon" userId="4357f992-1fe8-4b6f-9914-2484aa85c867" providerId="ADAL" clId="{AF3056E6-7A9B-4988-80C5-52C7D6B98E9F}" dt="2025-12-05T09:07:24.071" v="83" actId="20577"/>
          <ac:spMkLst>
            <pc:docMk/>
            <pc:sldMk cId="285848037" sldId="264"/>
            <ac:spMk id="2" creationId="{5F37B462-D156-DEE7-D596-A830753808F1}"/>
          </ac:spMkLst>
        </pc:spChg>
        <pc:spChg chg="mod">
          <ac:chgData name="GASS Simeon" userId="4357f992-1fe8-4b6f-9914-2484aa85c867" providerId="ADAL" clId="{AF3056E6-7A9B-4988-80C5-52C7D6B98E9F}" dt="2025-12-12T08:21:05.760" v="427" actId="20577"/>
          <ac:spMkLst>
            <pc:docMk/>
            <pc:sldMk cId="285848037" sldId="264"/>
            <ac:spMk id="3" creationId="{315BD5C5-6058-2DF7-A427-340BF208D2C4}"/>
          </ac:spMkLst>
        </pc:spChg>
      </pc:sldChg>
      <pc:sldChg chg="modSp mod">
        <pc:chgData name="GASS Simeon" userId="4357f992-1fe8-4b6f-9914-2484aa85c867" providerId="ADAL" clId="{AF3056E6-7A9B-4988-80C5-52C7D6B98E9F}" dt="2025-12-12T07:41:47.253" v="248" actId="20577"/>
        <pc:sldMkLst>
          <pc:docMk/>
          <pc:sldMk cId="2471269515" sldId="265"/>
        </pc:sldMkLst>
        <pc:spChg chg="mod">
          <ac:chgData name="GASS Simeon" userId="4357f992-1fe8-4b6f-9914-2484aa85c867" providerId="ADAL" clId="{AF3056E6-7A9B-4988-80C5-52C7D6B98E9F}" dt="2025-12-12T07:41:47.253" v="248" actId="20577"/>
          <ac:spMkLst>
            <pc:docMk/>
            <pc:sldMk cId="2471269515" sldId="265"/>
            <ac:spMk id="3" creationId="{132223DF-DFE8-66E3-3DED-8ECA0EBEBCFC}"/>
          </ac:spMkLst>
        </pc:spChg>
      </pc:sldChg>
      <pc:sldChg chg="modSp mod">
        <pc:chgData name="GASS Simeon" userId="4357f992-1fe8-4b6f-9914-2484aa85c867" providerId="ADAL" clId="{AF3056E6-7A9B-4988-80C5-52C7D6B98E9F}" dt="2025-12-05T08:40:39.416" v="7" actId="14100"/>
        <pc:sldMkLst>
          <pc:docMk/>
          <pc:sldMk cId="1071034882" sldId="268"/>
        </pc:sldMkLst>
        <pc:spChg chg="mod">
          <ac:chgData name="GASS Simeon" userId="4357f992-1fe8-4b6f-9914-2484aa85c867" providerId="ADAL" clId="{AF3056E6-7A9B-4988-80C5-52C7D6B98E9F}" dt="2025-12-05T08:40:39.416" v="7" actId="14100"/>
          <ac:spMkLst>
            <pc:docMk/>
            <pc:sldMk cId="1071034882" sldId="268"/>
            <ac:spMk id="2" creationId="{642B8266-6169-E0E2-95BE-02B636E962FE}"/>
          </ac:spMkLst>
        </pc:spChg>
      </pc:sldChg>
      <pc:sldChg chg="modSp mod">
        <pc:chgData name="GASS Simeon" userId="4357f992-1fe8-4b6f-9914-2484aa85c867" providerId="ADAL" clId="{AF3056E6-7A9B-4988-80C5-52C7D6B98E9F}" dt="2025-12-05T08:40:14.110" v="4" actId="14100"/>
        <pc:sldMkLst>
          <pc:docMk/>
          <pc:sldMk cId="1402038409" sldId="269"/>
        </pc:sldMkLst>
        <pc:spChg chg="mod">
          <ac:chgData name="GASS Simeon" userId="4357f992-1fe8-4b6f-9914-2484aa85c867" providerId="ADAL" clId="{AF3056E6-7A9B-4988-80C5-52C7D6B98E9F}" dt="2025-12-05T08:40:14.110" v="4" actId="14100"/>
          <ac:spMkLst>
            <pc:docMk/>
            <pc:sldMk cId="1402038409" sldId="269"/>
            <ac:spMk id="2" creationId="{80CB2077-1FEF-EF82-0C9D-B361C1892F10}"/>
          </ac:spMkLst>
        </pc:spChg>
      </pc:sldChg>
      <pc:sldChg chg="addSp delSp modSp new mod">
        <pc:chgData name="GASS Simeon" userId="4357f992-1fe8-4b6f-9914-2484aa85c867" providerId="ADAL" clId="{AF3056E6-7A9B-4988-80C5-52C7D6B98E9F}" dt="2025-12-05T08:45:35.756" v="46" actId="14100"/>
        <pc:sldMkLst>
          <pc:docMk/>
          <pc:sldMk cId="3789565056" sldId="272"/>
        </pc:sldMkLst>
        <pc:spChg chg="mod">
          <ac:chgData name="GASS Simeon" userId="4357f992-1fe8-4b6f-9914-2484aa85c867" providerId="ADAL" clId="{AF3056E6-7A9B-4988-80C5-52C7D6B98E9F}" dt="2025-12-05T08:44:04.734" v="23" actId="20577"/>
          <ac:spMkLst>
            <pc:docMk/>
            <pc:sldMk cId="3789565056" sldId="272"/>
            <ac:spMk id="2" creationId="{C0972DE6-5DF5-28B9-E7A7-BEFAB45E66B9}"/>
          </ac:spMkLst>
        </pc:spChg>
        <pc:picChg chg="add mod">
          <ac:chgData name="GASS Simeon" userId="4357f992-1fe8-4b6f-9914-2484aa85c867" providerId="ADAL" clId="{AF3056E6-7A9B-4988-80C5-52C7D6B98E9F}" dt="2025-12-05T08:45:35.756" v="46" actId="14100"/>
          <ac:picMkLst>
            <pc:docMk/>
            <pc:sldMk cId="3789565056" sldId="272"/>
            <ac:picMk id="8" creationId="{F9F62701-BA60-D972-6422-D0CCACF3E809}"/>
          </ac:picMkLst>
        </pc:picChg>
        <pc:picChg chg="add mod">
          <ac:chgData name="GASS Simeon" userId="4357f992-1fe8-4b6f-9914-2484aa85c867" providerId="ADAL" clId="{AF3056E6-7A9B-4988-80C5-52C7D6B98E9F}" dt="2025-12-05T08:45:02.737" v="35" actId="1076"/>
          <ac:picMkLst>
            <pc:docMk/>
            <pc:sldMk cId="3789565056" sldId="272"/>
            <ac:picMk id="10" creationId="{7A9F75D8-B3C3-D849-144C-CB0847FCDD1E}"/>
          </ac:picMkLst>
        </pc:picChg>
        <pc:picChg chg="add mod">
          <ac:chgData name="GASS Simeon" userId="4357f992-1fe8-4b6f-9914-2484aa85c867" providerId="ADAL" clId="{AF3056E6-7A9B-4988-80C5-52C7D6B98E9F}" dt="2025-12-05T08:45:32.309" v="45" actId="14100"/>
          <ac:picMkLst>
            <pc:docMk/>
            <pc:sldMk cId="3789565056" sldId="272"/>
            <ac:picMk id="14" creationId="{1C5BB191-F259-4F73-AF42-6393DC972CD3}"/>
          </ac:picMkLst>
        </pc:picChg>
      </pc:sldChg>
      <pc:sldChg chg="addSp delSp modSp new mod">
        <pc:chgData name="GASS Simeon" userId="4357f992-1fe8-4b6f-9914-2484aa85c867" providerId="ADAL" clId="{AF3056E6-7A9B-4988-80C5-52C7D6B98E9F}" dt="2025-12-12T08:20:13.616" v="380" actId="1076"/>
        <pc:sldMkLst>
          <pc:docMk/>
          <pc:sldMk cId="2912216377" sldId="274"/>
        </pc:sldMkLst>
        <pc:spChg chg="mod">
          <ac:chgData name="GASS Simeon" userId="4357f992-1fe8-4b6f-9914-2484aa85c867" providerId="ADAL" clId="{AF3056E6-7A9B-4988-80C5-52C7D6B98E9F}" dt="2025-12-12T07:45:16.446" v="260" actId="20577"/>
          <ac:spMkLst>
            <pc:docMk/>
            <pc:sldMk cId="2912216377" sldId="274"/>
            <ac:spMk id="2" creationId="{8AB8E497-B12A-9C44-F496-4C6C700EEC5D}"/>
          </ac:spMkLst>
        </pc:spChg>
        <pc:spChg chg="del">
          <ac:chgData name="GASS Simeon" userId="4357f992-1fe8-4b6f-9914-2484aa85c867" providerId="ADAL" clId="{AF3056E6-7A9B-4988-80C5-52C7D6B98E9F}" dt="2025-12-12T07:46:38.598" v="261"/>
          <ac:spMkLst>
            <pc:docMk/>
            <pc:sldMk cId="2912216377" sldId="274"/>
            <ac:spMk id="3" creationId="{E0784E20-2807-D9E2-031F-CB42E7C5E06A}"/>
          </ac:spMkLst>
        </pc:spChg>
        <pc:spChg chg="add del mod">
          <ac:chgData name="GASS Simeon" userId="4357f992-1fe8-4b6f-9914-2484aa85c867" providerId="ADAL" clId="{AF3056E6-7A9B-4988-80C5-52C7D6B98E9F}" dt="2025-12-12T08:01:33.113" v="264" actId="478"/>
          <ac:spMkLst>
            <pc:docMk/>
            <pc:sldMk cId="2912216377" sldId="274"/>
            <ac:spMk id="5" creationId="{96A062F1-2AE4-C28B-125E-9013DCE160C8}"/>
          </ac:spMkLst>
        </pc:spChg>
        <pc:spChg chg="add del">
          <ac:chgData name="GASS Simeon" userId="4357f992-1fe8-4b6f-9914-2484aa85c867" providerId="ADAL" clId="{AF3056E6-7A9B-4988-80C5-52C7D6B98E9F}" dt="2025-12-12T08:04:12.277" v="266" actId="478"/>
          <ac:spMkLst>
            <pc:docMk/>
            <pc:sldMk cId="2912216377" sldId="274"/>
            <ac:spMk id="6" creationId="{7D5BE910-D834-DF71-7303-D27A48B42338}"/>
          </ac:spMkLst>
        </pc:spChg>
        <pc:spChg chg="add mod">
          <ac:chgData name="GASS Simeon" userId="4357f992-1fe8-4b6f-9914-2484aa85c867" providerId="ADAL" clId="{AF3056E6-7A9B-4988-80C5-52C7D6B98E9F}" dt="2025-12-12T08:18:34.999" v="362" actId="14100"/>
          <ac:spMkLst>
            <pc:docMk/>
            <pc:sldMk cId="2912216377" sldId="274"/>
            <ac:spMk id="11" creationId="{FE7D9280-A845-409E-9DCB-EE0F7F4776E4}"/>
          </ac:spMkLst>
        </pc:spChg>
        <pc:spChg chg="add mod">
          <ac:chgData name="GASS Simeon" userId="4357f992-1fe8-4b6f-9914-2484aa85c867" providerId="ADAL" clId="{AF3056E6-7A9B-4988-80C5-52C7D6B98E9F}" dt="2025-12-12T08:20:13.616" v="380" actId="1076"/>
          <ac:spMkLst>
            <pc:docMk/>
            <pc:sldMk cId="2912216377" sldId="274"/>
            <ac:spMk id="18" creationId="{64AF8D1C-92AC-72E2-5603-56FEAA312C0F}"/>
          </ac:spMkLst>
        </pc:spChg>
        <pc:spChg chg="add del">
          <ac:chgData name="GASS Simeon" userId="4357f992-1fe8-4b6f-9914-2484aa85c867" providerId="ADAL" clId="{AF3056E6-7A9B-4988-80C5-52C7D6B98E9F}" dt="2025-12-12T08:19:26.561" v="373" actId="478"/>
          <ac:spMkLst>
            <pc:docMk/>
            <pc:sldMk cId="2912216377" sldId="274"/>
            <ac:spMk id="21" creationId="{49DB7CCC-4E16-49EF-8906-A5546B094B0D}"/>
          </ac:spMkLst>
        </pc:spChg>
        <pc:spChg chg="add del">
          <ac:chgData name="GASS Simeon" userId="4357f992-1fe8-4b6f-9914-2484aa85c867" providerId="ADAL" clId="{AF3056E6-7A9B-4988-80C5-52C7D6B98E9F}" dt="2025-12-12T08:19:03.999" v="367" actId="34124"/>
          <ac:spMkLst>
            <pc:docMk/>
            <pc:sldMk cId="2912216377" sldId="274"/>
            <ac:spMk id="21" creationId="{FC5AEEFD-DBB6-485F-8696-DF7F1AF5988D}"/>
          </ac:spMkLst>
        </pc:spChg>
        <pc:grpChg chg="add del">
          <ac:chgData name="GASS Simeon" userId="4357f992-1fe8-4b6f-9914-2484aa85c867" providerId="ADAL" clId="{AF3056E6-7A9B-4988-80C5-52C7D6B98E9F}" dt="2025-12-12T08:19:05.581" v="368" actId="478"/>
          <ac:grpSpMkLst>
            <pc:docMk/>
            <pc:sldMk cId="2912216377" sldId="274"/>
            <ac:grpSpMk id="8" creationId="{74AACC7C-6449-473E-B954-D4D12B96ABD8}"/>
          </ac:grpSpMkLst>
        </pc:grpChg>
        <pc:grpChg chg="del mod">
          <ac:chgData name="GASS Simeon" userId="4357f992-1fe8-4b6f-9914-2484aa85c867" providerId="ADAL" clId="{AF3056E6-7A9B-4988-80C5-52C7D6B98E9F}" dt="2025-12-12T08:18:55.967" v="366" actId="34122"/>
          <ac:grpSpMkLst>
            <pc:docMk/>
            <pc:sldMk cId="2912216377" sldId="274"/>
            <ac:grpSpMk id="13" creationId="{77EC4193-C27A-BAD1-66DB-F3E63745F6CC}"/>
          </ac:grpSpMkLst>
        </pc:grpChg>
        <pc:grpChg chg="del mod">
          <ac:chgData name="GASS Simeon" userId="4357f992-1fe8-4b6f-9914-2484aa85c867" providerId="ADAL" clId="{AF3056E6-7A9B-4988-80C5-52C7D6B98E9F}" dt="2025-12-12T08:19:24.131" v="372" actId="34122"/>
          <ac:grpSpMkLst>
            <pc:docMk/>
            <pc:sldMk cId="2912216377" sldId="274"/>
            <ac:grpSpMk id="17" creationId="{BE0A0F32-B16D-EAED-A41A-41AABDF5C6F9}"/>
          </ac:grpSpMkLst>
        </pc:grpChg>
        <pc:picChg chg="add mod">
          <ac:chgData name="GASS Simeon" userId="4357f992-1fe8-4b6f-9914-2484aa85c867" providerId="ADAL" clId="{AF3056E6-7A9B-4988-80C5-52C7D6B98E9F}" dt="2025-12-12T08:16:25.278" v="329" actId="1076"/>
          <ac:picMkLst>
            <pc:docMk/>
            <pc:sldMk cId="2912216377" sldId="274"/>
            <ac:picMk id="3" creationId="{A34FB353-5503-6E54-EBF5-1EAA73D405C2}"/>
          </ac:picMkLst>
        </pc:picChg>
        <pc:picChg chg="add del mod modCrop">
          <ac:chgData name="GASS Simeon" userId="4357f992-1fe8-4b6f-9914-2484aa85c867" providerId="ADAL" clId="{AF3056E6-7A9B-4988-80C5-52C7D6B98E9F}" dt="2025-12-12T08:13:04.747" v="312" actId="478"/>
          <ac:picMkLst>
            <pc:docMk/>
            <pc:sldMk cId="2912216377" sldId="274"/>
            <ac:picMk id="8" creationId="{2E98E86A-8C6A-58FE-D3AE-7CF81975FF00}"/>
          </ac:picMkLst>
        </pc:picChg>
        <pc:picChg chg="add del mod">
          <ac:chgData name="GASS Simeon" userId="4357f992-1fe8-4b6f-9914-2484aa85c867" providerId="ADAL" clId="{AF3056E6-7A9B-4988-80C5-52C7D6B98E9F}" dt="2025-12-12T08:12:18.819" v="311" actId="478"/>
          <ac:picMkLst>
            <pc:docMk/>
            <pc:sldMk cId="2912216377" sldId="274"/>
            <ac:picMk id="9" creationId="{99A37768-480D-257D-8CDE-36940F17BAF3}"/>
          </ac:picMkLst>
        </pc:picChg>
        <pc:picChg chg="add del mod">
          <ac:chgData name="GASS Simeon" userId="4357f992-1fe8-4b6f-9914-2484aa85c867" providerId="ADAL" clId="{AF3056E6-7A9B-4988-80C5-52C7D6B98E9F}" dt="2025-12-12T08:11:38.919" v="310" actId="478"/>
          <ac:picMkLst>
            <pc:docMk/>
            <pc:sldMk cId="2912216377" sldId="274"/>
            <ac:picMk id="10" creationId="{FEF92A04-2724-9314-062F-219124BB8F00}"/>
          </ac:picMkLst>
        </pc:picChg>
        <pc:picChg chg="mod">
          <ac:chgData name="GASS Simeon" userId="4357f992-1fe8-4b6f-9914-2484aa85c867" providerId="ADAL" clId="{AF3056E6-7A9B-4988-80C5-52C7D6B98E9F}" dt="2025-12-12T08:13:20.767" v="314"/>
          <ac:picMkLst>
            <pc:docMk/>
            <pc:sldMk cId="2912216377" sldId="274"/>
            <ac:picMk id="11" creationId="{4C29206A-B1B3-F1EE-E7F0-3ED06285469E}"/>
          </ac:picMkLst>
        </pc:picChg>
        <pc:picChg chg="add del mod">
          <ac:chgData name="GASS Simeon" userId="4357f992-1fe8-4b6f-9914-2484aa85c867" providerId="ADAL" clId="{AF3056E6-7A9B-4988-80C5-52C7D6B98E9F}" dt="2025-12-12T08:11:36.738" v="309" actId="478"/>
          <ac:picMkLst>
            <pc:docMk/>
            <pc:sldMk cId="2912216377" sldId="274"/>
            <ac:picMk id="12" creationId="{BF0AAFA5-DAE2-0AE5-1B90-C0DEA4B78C78}"/>
          </ac:picMkLst>
        </pc:picChg>
        <pc:picChg chg="mod">
          <ac:chgData name="GASS Simeon" userId="4357f992-1fe8-4b6f-9914-2484aa85c867" providerId="ADAL" clId="{AF3056E6-7A9B-4988-80C5-52C7D6B98E9F}" dt="2025-12-12T08:16:20.416" v="327" actId="1076"/>
          <ac:picMkLst>
            <pc:docMk/>
            <pc:sldMk cId="2912216377" sldId="274"/>
            <ac:picMk id="14" creationId="{592921E5-0A1A-D207-8568-3AF619C693AA}"/>
          </ac:picMkLst>
        </pc:picChg>
        <pc:inkChg chg="add">
          <ac:chgData name="GASS Simeon" userId="4357f992-1fe8-4b6f-9914-2484aa85c867" providerId="ADAL" clId="{AF3056E6-7A9B-4988-80C5-52C7D6B98E9F}" dt="2025-12-12T08:16:44.468" v="330" actId="9405"/>
          <ac:inkMkLst>
            <pc:docMk/>
            <pc:sldMk cId="2912216377" sldId="274"/>
            <ac:inkMk id="5" creationId="{60C3413F-3A9C-A7F1-2841-62FBAD3C3C25}"/>
          </ac:inkMkLst>
        </pc:inkChg>
        <pc:inkChg chg="add del">
          <ac:chgData name="GASS Simeon" userId="4357f992-1fe8-4b6f-9914-2484aa85c867" providerId="ADAL" clId="{AF3056E6-7A9B-4988-80C5-52C7D6B98E9F}" dt="2025-12-12T08:17:14.851" v="336" actId="9405"/>
          <ac:inkMkLst>
            <pc:docMk/>
            <pc:sldMk cId="2912216377" sldId="274"/>
            <ac:inkMk id="6" creationId="{CEA0ABB2-E6DB-36E1-FB34-248004D3F479}"/>
          </ac:inkMkLst>
        </pc:inkChg>
        <pc:inkChg chg="add mod">
          <ac:chgData name="GASS Simeon" userId="4357f992-1fe8-4b6f-9914-2484aa85c867" providerId="ADAL" clId="{AF3056E6-7A9B-4988-80C5-52C7D6B98E9F}" dt="2025-12-12T08:17:12.795" v="334"/>
          <ac:inkMkLst>
            <pc:docMk/>
            <pc:sldMk cId="2912216377" sldId="274"/>
            <ac:inkMk id="7" creationId="{21B9BD3B-1447-00A2-7981-A92E7414DD28}"/>
          </ac:inkMkLst>
        </pc:inkChg>
        <pc:inkChg chg="add del">
          <ac:chgData name="GASS Simeon" userId="4357f992-1fe8-4b6f-9914-2484aa85c867" providerId="ADAL" clId="{AF3056E6-7A9B-4988-80C5-52C7D6B98E9F}" dt="2025-12-12T08:17:27.835" v="338" actId="9405"/>
          <ac:inkMkLst>
            <pc:docMk/>
            <pc:sldMk cId="2912216377" sldId="274"/>
            <ac:inkMk id="8" creationId="{3C7FAF15-692F-CFE9-556A-0AA2C971EB84}"/>
          </ac:inkMkLst>
        </pc:inkChg>
        <pc:inkChg chg="add del">
          <ac:chgData name="GASS Simeon" userId="4357f992-1fe8-4b6f-9914-2484aa85c867" providerId="ADAL" clId="{AF3056E6-7A9B-4988-80C5-52C7D6B98E9F}" dt="2025-12-12T08:17:48.346" v="340" actId="34122"/>
          <ac:inkMkLst>
            <pc:docMk/>
            <pc:sldMk cId="2912216377" sldId="274"/>
            <ac:inkMk id="9" creationId="{47711A71-6C55-4A5F-F885-090423C98A09}"/>
          </ac:inkMkLst>
        </pc:inkChg>
        <pc:inkChg chg="add del mod topLvl">
          <ac:chgData name="GASS Simeon" userId="4357f992-1fe8-4b6f-9914-2484aa85c867" providerId="ADAL" clId="{AF3056E6-7A9B-4988-80C5-52C7D6B98E9F}" dt="2025-12-12T08:18:55.967" v="366" actId="34122"/>
          <ac:inkMkLst>
            <pc:docMk/>
            <pc:sldMk cId="2912216377" sldId="274"/>
            <ac:inkMk id="10" creationId="{889ED7BA-ED13-6F3B-249D-DCF14DE12405}"/>
          </ac:inkMkLst>
        </pc:inkChg>
        <pc:inkChg chg="add del mod topLvl">
          <ac:chgData name="GASS Simeon" userId="4357f992-1fe8-4b6f-9914-2484aa85c867" providerId="ADAL" clId="{AF3056E6-7A9B-4988-80C5-52C7D6B98E9F}" dt="2025-12-12T08:18:55.967" v="366" actId="34122"/>
          <ac:inkMkLst>
            <pc:docMk/>
            <pc:sldMk cId="2912216377" sldId="274"/>
            <ac:inkMk id="12" creationId="{F072F7E8-1BE1-3106-EB3E-973254D7F66E}"/>
          </ac:inkMkLst>
        </pc:inkChg>
        <pc:inkChg chg="add del mod topLvl">
          <ac:chgData name="GASS Simeon" userId="4357f992-1fe8-4b6f-9914-2484aa85c867" providerId="ADAL" clId="{AF3056E6-7A9B-4988-80C5-52C7D6B98E9F}" dt="2025-12-12T08:19:24.131" v="372" actId="34122"/>
          <ac:inkMkLst>
            <pc:docMk/>
            <pc:sldMk cId="2912216377" sldId="274"/>
            <ac:inkMk id="15" creationId="{7A5A12CE-C3B0-E559-2756-691B5FDFC288}"/>
          </ac:inkMkLst>
        </pc:inkChg>
        <pc:inkChg chg="add del mod topLvl">
          <ac:chgData name="GASS Simeon" userId="4357f992-1fe8-4b6f-9914-2484aa85c867" providerId="ADAL" clId="{AF3056E6-7A9B-4988-80C5-52C7D6B98E9F}" dt="2025-12-12T08:19:24.131" v="372" actId="34122"/>
          <ac:inkMkLst>
            <pc:docMk/>
            <pc:sldMk cId="2912216377" sldId="274"/>
            <ac:inkMk id="16" creationId="{F316449B-0E0C-D12B-2BC9-229D442B3246}"/>
          </ac:inkMkLst>
        </pc:ink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1A685-020E-4E95-9239-C9F13FA8982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4836DC-7A85-454F-9089-C0B9CEBD844E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noProof="0"/>
            <a:t>GPS</a:t>
          </a:r>
        </a:p>
      </dgm:t>
    </dgm:pt>
    <dgm:pt modelId="{491B26AF-A7EE-410D-A8EE-B9C346890359}" type="parTrans" cxnId="{7BBCEF4A-A532-4EAF-AA9E-BF9F3EFAF8AB}">
      <dgm:prSet/>
      <dgm:spPr/>
      <dgm:t>
        <a:bodyPr/>
        <a:lstStyle/>
        <a:p>
          <a:endParaRPr lang="en-US"/>
        </a:p>
      </dgm:t>
    </dgm:pt>
    <dgm:pt modelId="{63CEAF9C-53F5-471F-8D15-9BEF342FEF67}" type="sibTrans" cxnId="{7BBCEF4A-A532-4EAF-AA9E-BF9F3EFAF8AB}">
      <dgm:prSet/>
      <dgm:spPr/>
      <dgm:t>
        <a:bodyPr/>
        <a:lstStyle/>
        <a:p>
          <a:endParaRPr lang="en-US"/>
        </a:p>
      </dgm:t>
    </dgm:pt>
    <dgm:pt modelId="{DA7EB43E-7597-45F9-937E-817AF58F4887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noProof="0"/>
            <a:t>UWB</a:t>
          </a:r>
        </a:p>
      </dgm:t>
    </dgm:pt>
    <dgm:pt modelId="{DB189E85-B489-4C56-A4D6-0B321998D7EC}" type="parTrans" cxnId="{61C7A650-B471-4235-828A-4234709FD628}">
      <dgm:prSet/>
      <dgm:spPr/>
      <dgm:t>
        <a:bodyPr/>
        <a:lstStyle/>
        <a:p>
          <a:endParaRPr lang="en-US"/>
        </a:p>
      </dgm:t>
    </dgm:pt>
    <dgm:pt modelId="{2E685EF7-03B9-45A5-9EE1-5A3936FE6E92}" type="sibTrans" cxnId="{61C7A650-B471-4235-828A-4234709FD628}">
      <dgm:prSet/>
      <dgm:spPr/>
      <dgm:t>
        <a:bodyPr/>
        <a:lstStyle/>
        <a:p>
          <a:endParaRPr lang="en-US"/>
        </a:p>
      </dgm:t>
    </dgm:pt>
    <dgm:pt modelId="{856AB373-3458-4717-820C-414CECE0F402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noProof="0"/>
            <a:t>LIDAR</a:t>
          </a:r>
        </a:p>
      </dgm:t>
    </dgm:pt>
    <dgm:pt modelId="{655E2ED8-1D32-4DFC-A181-8435BF4D469D}" type="parTrans" cxnId="{AB48D6A7-A74D-4EE4-A1B6-CDF2228BA0FF}">
      <dgm:prSet/>
      <dgm:spPr/>
      <dgm:t>
        <a:bodyPr/>
        <a:lstStyle/>
        <a:p>
          <a:endParaRPr lang="en-US"/>
        </a:p>
      </dgm:t>
    </dgm:pt>
    <dgm:pt modelId="{2740EF3D-A824-4CFA-8C9C-E5EA4EB7F2F2}" type="sibTrans" cxnId="{AB48D6A7-A74D-4EE4-A1B6-CDF2228BA0FF}">
      <dgm:prSet/>
      <dgm:spPr/>
      <dgm:t>
        <a:bodyPr/>
        <a:lstStyle/>
        <a:p>
          <a:endParaRPr lang="en-US"/>
        </a:p>
      </dgm:t>
    </dgm:pt>
    <dgm:pt modelId="{A7646F6F-18A9-484C-B31A-34A2627D089E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noProof="0"/>
            <a:t>Vision</a:t>
          </a:r>
        </a:p>
      </dgm:t>
    </dgm:pt>
    <dgm:pt modelId="{7CDBBE51-253E-4E33-80E7-5D738E91E688}" type="parTrans" cxnId="{72F7B7A9-047C-4CB8-ABE4-58A198894AA4}">
      <dgm:prSet/>
      <dgm:spPr/>
      <dgm:t>
        <a:bodyPr/>
        <a:lstStyle/>
        <a:p>
          <a:endParaRPr lang="en-US"/>
        </a:p>
      </dgm:t>
    </dgm:pt>
    <dgm:pt modelId="{9B6785F0-3C28-40C3-8C39-989791AA1AF8}" type="sibTrans" cxnId="{72F7B7A9-047C-4CB8-ABE4-58A198894AA4}">
      <dgm:prSet/>
      <dgm:spPr/>
      <dgm:t>
        <a:bodyPr/>
        <a:lstStyle/>
        <a:p>
          <a:endParaRPr lang="en-US"/>
        </a:p>
      </dgm:t>
    </dgm:pt>
    <dgm:pt modelId="{0910E243-79A9-4868-AC4E-342B8A412F8A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noProof="0"/>
            <a:t>Ultrasound</a:t>
          </a:r>
        </a:p>
      </dgm:t>
    </dgm:pt>
    <dgm:pt modelId="{6482ABEE-5D41-49B2-A4CE-D0BEEF5B9752}" type="parTrans" cxnId="{A8E48C40-302B-45FA-9E7A-7C6C2F2BBB63}">
      <dgm:prSet/>
      <dgm:spPr/>
      <dgm:t>
        <a:bodyPr/>
        <a:lstStyle/>
        <a:p>
          <a:endParaRPr lang="en-US"/>
        </a:p>
      </dgm:t>
    </dgm:pt>
    <dgm:pt modelId="{B41A74D3-FAF3-405B-B4C0-7A287A2B5C32}" type="sibTrans" cxnId="{A8E48C40-302B-45FA-9E7A-7C6C2F2BBB63}">
      <dgm:prSet/>
      <dgm:spPr/>
      <dgm:t>
        <a:bodyPr/>
        <a:lstStyle/>
        <a:p>
          <a:endParaRPr lang="en-US"/>
        </a:p>
      </dgm:t>
    </dgm:pt>
    <dgm:pt modelId="{F58CCF7D-614A-4E43-996C-146E8FFF9905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noProof="0"/>
            <a:t>Wi-Fi</a:t>
          </a:r>
        </a:p>
      </dgm:t>
    </dgm:pt>
    <dgm:pt modelId="{50ECAB04-B6E6-4B31-95C4-134BE6595615}" type="parTrans" cxnId="{6648ED9F-A495-4059-8C27-A4F135A20C4A}">
      <dgm:prSet/>
      <dgm:spPr/>
      <dgm:t>
        <a:bodyPr/>
        <a:lstStyle/>
        <a:p>
          <a:endParaRPr lang="en-US"/>
        </a:p>
      </dgm:t>
    </dgm:pt>
    <dgm:pt modelId="{B78F2217-7D28-49B9-98E9-E9257BB683D7}" type="sibTrans" cxnId="{6648ED9F-A495-4059-8C27-A4F135A20C4A}">
      <dgm:prSet/>
      <dgm:spPr/>
      <dgm:t>
        <a:bodyPr/>
        <a:lstStyle/>
        <a:p>
          <a:endParaRPr lang="en-US"/>
        </a:p>
      </dgm:t>
    </dgm:pt>
    <dgm:pt modelId="{7D028F34-0758-4A0A-BEC5-E68FFA12DA16}" type="pres">
      <dgm:prSet presAssocID="{C871A685-020E-4E95-9239-C9F13FA89825}" presName="linear" presStyleCnt="0">
        <dgm:presLayoutVars>
          <dgm:animLvl val="lvl"/>
          <dgm:resizeHandles val="exact"/>
        </dgm:presLayoutVars>
      </dgm:prSet>
      <dgm:spPr/>
    </dgm:pt>
    <dgm:pt modelId="{F79B3658-C751-4B15-8D8F-1106B361F3C2}" type="pres">
      <dgm:prSet presAssocID="{E94836DC-7A85-454F-9089-C0B9CEBD844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7B8B45D-A728-470F-BD94-FB3476686111}" type="pres">
      <dgm:prSet presAssocID="{63CEAF9C-53F5-471F-8D15-9BEF342FEF67}" presName="spacer" presStyleCnt="0"/>
      <dgm:spPr/>
    </dgm:pt>
    <dgm:pt modelId="{65E33E2A-71ED-4901-84F1-9FD9A0CE95DA}" type="pres">
      <dgm:prSet presAssocID="{DA7EB43E-7597-45F9-937E-817AF58F488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B313EA3-CB8E-42DF-8FEC-BAEF9445F490}" type="pres">
      <dgm:prSet presAssocID="{2E685EF7-03B9-45A5-9EE1-5A3936FE6E92}" presName="spacer" presStyleCnt="0"/>
      <dgm:spPr/>
    </dgm:pt>
    <dgm:pt modelId="{8A5AE246-40B7-4F25-9E75-28C809BA758D}" type="pres">
      <dgm:prSet presAssocID="{856AB373-3458-4717-820C-414CECE0F40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571EFF1-B908-4BE8-89E7-736FCA184A35}" type="pres">
      <dgm:prSet presAssocID="{2740EF3D-A824-4CFA-8C9C-E5EA4EB7F2F2}" presName="spacer" presStyleCnt="0"/>
      <dgm:spPr/>
    </dgm:pt>
    <dgm:pt modelId="{A8620195-9F01-4104-A69A-49CE6A31A45A}" type="pres">
      <dgm:prSet presAssocID="{A7646F6F-18A9-484C-B31A-34A2627D089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36A7E79-D831-457C-8B2A-ED0C0C864931}" type="pres">
      <dgm:prSet presAssocID="{9B6785F0-3C28-40C3-8C39-989791AA1AF8}" presName="spacer" presStyleCnt="0"/>
      <dgm:spPr/>
    </dgm:pt>
    <dgm:pt modelId="{EF9FC2AD-1645-4E30-BAC5-161843F3DD13}" type="pres">
      <dgm:prSet presAssocID="{0910E243-79A9-4868-AC4E-342B8A412F8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FDFE776-5B3E-4719-9C66-6CBAA7CE4754}" type="pres">
      <dgm:prSet presAssocID="{B41A74D3-FAF3-405B-B4C0-7A287A2B5C32}" presName="spacer" presStyleCnt="0"/>
      <dgm:spPr/>
    </dgm:pt>
    <dgm:pt modelId="{5E9E1774-6E2B-4A21-82D9-7A90FCE65D2F}" type="pres">
      <dgm:prSet presAssocID="{F58CCF7D-614A-4E43-996C-146E8FFF99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2B0B113-4F19-46B1-9EC8-6285BB7983F8}" type="presOf" srcId="{C871A685-020E-4E95-9239-C9F13FA89825}" destId="{7D028F34-0758-4A0A-BEC5-E68FFA12DA16}" srcOrd="0" destOrd="0" presId="urn:microsoft.com/office/officeart/2005/8/layout/vList2"/>
    <dgm:cxn modelId="{0AA9053C-1A79-44E2-9937-03800F9B6B06}" type="presOf" srcId="{F58CCF7D-614A-4E43-996C-146E8FFF9905}" destId="{5E9E1774-6E2B-4A21-82D9-7A90FCE65D2F}" srcOrd="0" destOrd="0" presId="urn:microsoft.com/office/officeart/2005/8/layout/vList2"/>
    <dgm:cxn modelId="{A8E48C40-302B-45FA-9E7A-7C6C2F2BBB63}" srcId="{C871A685-020E-4E95-9239-C9F13FA89825}" destId="{0910E243-79A9-4868-AC4E-342B8A412F8A}" srcOrd="4" destOrd="0" parTransId="{6482ABEE-5D41-49B2-A4CE-D0BEEF5B9752}" sibTransId="{B41A74D3-FAF3-405B-B4C0-7A287A2B5C32}"/>
    <dgm:cxn modelId="{7BBCEF4A-A532-4EAF-AA9E-BF9F3EFAF8AB}" srcId="{C871A685-020E-4E95-9239-C9F13FA89825}" destId="{E94836DC-7A85-454F-9089-C0B9CEBD844E}" srcOrd="0" destOrd="0" parTransId="{491B26AF-A7EE-410D-A8EE-B9C346890359}" sibTransId="{63CEAF9C-53F5-471F-8D15-9BEF342FEF67}"/>
    <dgm:cxn modelId="{61C7A650-B471-4235-828A-4234709FD628}" srcId="{C871A685-020E-4E95-9239-C9F13FA89825}" destId="{DA7EB43E-7597-45F9-937E-817AF58F4887}" srcOrd="1" destOrd="0" parTransId="{DB189E85-B489-4C56-A4D6-0B321998D7EC}" sibTransId="{2E685EF7-03B9-45A5-9EE1-5A3936FE6E92}"/>
    <dgm:cxn modelId="{BF957774-E5AD-4777-B636-911DC39F1098}" type="presOf" srcId="{0910E243-79A9-4868-AC4E-342B8A412F8A}" destId="{EF9FC2AD-1645-4E30-BAC5-161843F3DD13}" srcOrd="0" destOrd="0" presId="urn:microsoft.com/office/officeart/2005/8/layout/vList2"/>
    <dgm:cxn modelId="{071A6880-01CE-4F0E-A80B-BBE1670BD9A8}" type="presOf" srcId="{A7646F6F-18A9-484C-B31A-34A2627D089E}" destId="{A8620195-9F01-4104-A69A-49CE6A31A45A}" srcOrd="0" destOrd="0" presId="urn:microsoft.com/office/officeart/2005/8/layout/vList2"/>
    <dgm:cxn modelId="{98BBD68B-844E-419D-817F-86257329FF2D}" type="presOf" srcId="{856AB373-3458-4717-820C-414CECE0F402}" destId="{8A5AE246-40B7-4F25-9E75-28C809BA758D}" srcOrd="0" destOrd="0" presId="urn:microsoft.com/office/officeart/2005/8/layout/vList2"/>
    <dgm:cxn modelId="{6648ED9F-A495-4059-8C27-A4F135A20C4A}" srcId="{C871A685-020E-4E95-9239-C9F13FA89825}" destId="{F58CCF7D-614A-4E43-996C-146E8FFF9905}" srcOrd="5" destOrd="0" parTransId="{50ECAB04-B6E6-4B31-95C4-134BE6595615}" sibTransId="{B78F2217-7D28-49B9-98E9-E9257BB683D7}"/>
    <dgm:cxn modelId="{5A2FF2A5-60DD-4053-80C9-2C6A48AA4C06}" type="presOf" srcId="{DA7EB43E-7597-45F9-937E-817AF58F4887}" destId="{65E33E2A-71ED-4901-84F1-9FD9A0CE95DA}" srcOrd="0" destOrd="0" presId="urn:microsoft.com/office/officeart/2005/8/layout/vList2"/>
    <dgm:cxn modelId="{AB48D6A7-A74D-4EE4-A1B6-CDF2228BA0FF}" srcId="{C871A685-020E-4E95-9239-C9F13FA89825}" destId="{856AB373-3458-4717-820C-414CECE0F402}" srcOrd="2" destOrd="0" parTransId="{655E2ED8-1D32-4DFC-A181-8435BF4D469D}" sibTransId="{2740EF3D-A824-4CFA-8C9C-E5EA4EB7F2F2}"/>
    <dgm:cxn modelId="{72F7B7A9-047C-4CB8-ABE4-58A198894AA4}" srcId="{C871A685-020E-4E95-9239-C9F13FA89825}" destId="{A7646F6F-18A9-484C-B31A-34A2627D089E}" srcOrd="3" destOrd="0" parTransId="{7CDBBE51-253E-4E33-80E7-5D738E91E688}" sibTransId="{9B6785F0-3C28-40C3-8C39-989791AA1AF8}"/>
    <dgm:cxn modelId="{8AF0DADD-4C75-461A-94AC-1A4D93009454}" type="presOf" srcId="{E94836DC-7A85-454F-9089-C0B9CEBD844E}" destId="{F79B3658-C751-4B15-8D8F-1106B361F3C2}" srcOrd="0" destOrd="0" presId="urn:microsoft.com/office/officeart/2005/8/layout/vList2"/>
    <dgm:cxn modelId="{142BF94B-B63E-4BE7-9E62-9E45945843C2}" type="presParOf" srcId="{7D028F34-0758-4A0A-BEC5-E68FFA12DA16}" destId="{F79B3658-C751-4B15-8D8F-1106B361F3C2}" srcOrd="0" destOrd="0" presId="urn:microsoft.com/office/officeart/2005/8/layout/vList2"/>
    <dgm:cxn modelId="{965AD766-0E0F-4A56-BD98-0CAD2511BFDC}" type="presParOf" srcId="{7D028F34-0758-4A0A-BEC5-E68FFA12DA16}" destId="{E7B8B45D-A728-470F-BD94-FB3476686111}" srcOrd="1" destOrd="0" presId="urn:microsoft.com/office/officeart/2005/8/layout/vList2"/>
    <dgm:cxn modelId="{2B497D00-2F85-4734-BDDD-CF1B1F4591EF}" type="presParOf" srcId="{7D028F34-0758-4A0A-BEC5-E68FFA12DA16}" destId="{65E33E2A-71ED-4901-84F1-9FD9A0CE95DA}" srcOrd="2" destOrd="0" presId="urn:microsoft.com/office/officeart/2005/8/layout/vList2"/>
    <dgm:cxn modelId="{27B5FDB8-24FE-47E3-BD6F-C97E1AEBDF82}" type="presParOf" srcId="{7D028F34-0758-4A0A-BEC5-E68FFA12DA16}" destId="{7B313EA3-CB8E-42DF-8FEC-BAEF9445F490}" srcOrd="3" destOrd="0" presId="urn:microsoft.com/office/officeart/2005/8/layout/vList2"/>
    <dgm:cxn modelId="{705E69A2-4EAF-4AD3-8027-98B7AC401061}" type="presParOf" srcId="{7D028F34-0758-4A0A-BEC5-E68FFA12DA16}" destId="{8A5AE246-40B7-4F25-9E75-28C809BA758D}" srcOrd="4" destOrd="0" presId="urn:microsoft.com/office/officeart/2005/8/layout/vList2"/>
    <dgm:cxn modelId="{15FB29FB-0618-4CF2-8828-E4B23961D0E2}" type="presParOf" srcId="{7D028F34-0758-4A0A-BEC5-E68FFA12DA16}" destId="{0571EFF1-B908-4BE8-89E7-736FCA184A35}" srcOrd="5" destOrd="0" presId="urn:microsoft.com/office/officeart/2005/8/layout/vList2"/>
    <dgm:cxn modelId="{A1817039-025C-4C98-A0BA-75B7ECF64111}" type="presParOf" srcId="{7D028F34-0758-4A0A-BEC5-E68FFA12DA16}" destId="{A8620195-9F01-4104-A69A-49CE6A31A45A}" srcOrd="6" destOrd="0" presId="urn:microsoft.com/office/officeart/2005/8/layout/vList2"/>
    <dgm:cxn modelId="{3A8E21CB-616A-4823-8D19-EB1C35D5DCB1}" type="presParOf" srcId="{7D028F34-0758-4A0A-BEC5-E68FFA12DA16}" destId="{236A7E79-D831-457C-8B2A-ED0C0C864931}" srcOrd="7" destOrd="0" presId="urn:microsoft.com/office/officeart/2005/8/layout/vList2"/>
    <dgm:cxn modelId="{888A6CCF-17BB-4612-BED5-B2E13ED8349F}" type="presParOf" srcId="{7D028F34-0758-4A0A-BEC5-E68FFA12DA16}" destId="{EF9FC2AD-1645-4E30-BAC5-161843F3DD13}" srcOrd="8" destOrd="0" presId="urn:microsoft.com/office/officeart/2005/8/layout/vList2"/>
    <dgm:cxn modelId="{FEF3E5D4-5791-4476-BB30-16D6DCA40A6C}" type="presParOf" srcId="{7D028F34-0758-4A0A-BEC5-E68FFA12DA16}" destId="{FFDFE776-5B3E-4719-9C66-6CBAA7CE4754}" srcOrd="9" destOrd="0" presId="urn:microsoft.com/office/officeart/2005/8/layout/vList2"/>
    <dgm:cxn modelId="{B023B1D0-8D56-43C4-9828-B5245391798B}" type="presParOf" srcId="{7D028F34-0758-4A0A-BEC5-E68FFA12DA16}" destId="{5E9E1774-6E2B-4A21-82D9-7A90FCE65D2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B3658-C751-4B15-8D8F-1106B361F3C2}">
      <dsp:nvSpPr>
        <dsp:cNvPr id="0" name=""/>
        <dsp:cNvSpPr/>
      </dsp:nvSpPr>
      <dsp:spPr>
        <a:xfrm>
          <a:off x="0" y="30144"/>
          <a:ext cx="5910486" cy="863460"/>
        </a:xfrm>
        <a:prstGeom prst="roundRect">
          <a:avLst/>
        </a:prstGeom>
        <a:solidFill>
          <a:schemeClr val="accent2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/>
            <a:t>GPS</a:t>
          </a:r>
        </a:p>
      </dsp:txBody>
      <dsp:txXfrm>
        <a:off x="42151" y="72295"/>
        <a:ext cx="5826184" cy="779158"/>
      </dsp:txXfrm>
    </dsp:sp>
    <dsp:sp modelId="{65E33E2A-71ED-4901-84F1-9FD9A0CE95DA}">
      <dsp:nvSpPr>
        <dsp:cNvPr id="0" name=""/>
        <dsp:cNvSpPr/>
      </dsp:nvSpPr>
      <dsp:spPr>
        <a:xfrm>
          <a:off x="0" y="997285"/>
          <a:ext cx="5910486" cy="863460"/>
        </a:xfrm>
        <a:prstGeom prst="roundRect">
          <a:avLst/>
        </a:prstGeom>
        <a:solidFill>
          <a:schemeClr val="accent2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/>
            <a:t>UWB</a:t>
          </a:r>
        </a:p>
      </dsp:txBody>
      <dsp:txXfrm>
        <a:off x="42151" y="1039436"/>
        <a:ext cx="5826184" cy="779158"/>
      </dsp:txXfrm>
    </dsp:sp>
    <dsp:sp modelId="{8A5AE246-40B7-4F25-9E75-28C809BA758D}">
      <dsp:nvSpPr>
        <dsp:cNvPr id="0" name=""/>
        <dsp:cNvSpPr/>
      </dsp:nvSpPr>
      <dsp:spPr>
        <a:xfrm>
          <a:off x="0" y="1964425"/>
          <a:ext cx="5910486" cy="863460"/>
        </a:xfrm>
        <a:prstGeom prst="roundRect">
          <a:avLst/>
        </a:prstGeom>
        <a:solidFill>
          <a:schemeClr val="accent2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/>
            <a:t>LIDAR</a:t>
          </a:r>
        </a:p>
      </dsp:txBody>
      <dsp:txXfrm>
        <a:off x="42151" y="2006576"/>
        <a:ext cx="5826184" cy="779158"/>
      </dsp:txXfrm>
    </dsp:sp>
    <dsp:sp modelId="{A8620195-9F01-4104-A69A-49CE6A31A45A}">
      <dsp:nvSpPr>
        <dsp:cNvPr id="0" name=""/>
        <dsp:cNvSpPr/>
      </dsp:nvSpPr>
      <dsp:spPr>
        <a:xfrm>
          <a:off x="0" y="2931565"/>
          <a:ext cx="5910486" cy="863460"/>
        </a:xfrm>
        <a:prstGeom prst="roundRect">
          <a:avLst/>
        </a:prstGeom>
        <a:solidFill>
          <a:schemeClr val="accent2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/>
            <a:t>Vision</a:t>
          </a:r>
        </a:p>
      </dsp:txBody>
      <dsp:txXfrm>
        <a:off x="42151" y="2973716"/>
        <a:ext cx="5826184" cy="779158"/>
      </dsp:txXfrm>
    </dsp:sp>
    <dsp:sp modelId="{EF9FC2AD-1645-4E30-BAC5-161843F3DD13}">
      <dsp:nvSpPr>
        <dsp:cNvPr id="0" name=""/>
        <dsp:cNvSpPr/>
      </dsp:nvSpPr>
      <dsp:spPr>
        <a:xfrm>
          <a:off x="0" y="3898705"/>
          <a:ext cx="5910486" cy="863460"/>
        </a:xfrm>
        <a:prstGeom prst="roundRect">
          <a:avLst/>
        </a:prstGeom>
        <a:solidFill>
          <a:schemeClr val="accent2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/>
            <a:t>Ultrasound</a:t>
          </a:r>
        </a:p>
      </dsp:txBody>
      <dsp:txXfrm>
        <a:off x="42151" y="3940856"/>
        <a:ext cx="5826184" cy="779158"/>
      </dsp:txXfrm>
    </dsp:sp>
    <dsp:sp modelId="{5E9E1774-6E2B-4A21-82D9-7A90FCE65D2F}">
      <dsp:nvSpPr>
        <dsp:cNvPr id="0" name=""/>
        <dsp:cNvSpPr/>
      </dsp:nvSpPr>
      <dsp:spPr>
        <a:xfrm>
          <a:off x="0" y="4865844"/>
          <a:ext cx="5910486" cy="863460"/>
        </a:xfrm>
        <a:prstGeom prst="roundRect">
          <a:avLst/>
        </a:prstGeom>
        <a:solidFill>
          <a:schemeClr val="accent2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/>
            <a:t>Wi-Fi</a:t>
          </a:r>
        </a:p>
      </dsp:txBody>
      <dsp:txXfrm>
        <a:off x="42151" y="4907995"/>
        <a:ext cx="5826184" cy="779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2T08:16:44.46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D5E85-7038-42CA-B4F1-5434168E5A38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B8448-044A-4DD4-9959-5921B5FD0D9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71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7F7A7-9EEC-434A-AE0A-3BA772434A2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92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BBE9E-FF1A-444B-9DB3-0C3778B34A39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1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E0AE7-0A29-4467-B5A1-B7DB03D16821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9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85C19-3483-4314-A52F-B6FD65A780F6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256FD-FC1D-4B47-8FCD-CFBE12EDF4CF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8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6AD6-31C6-4ACC-AB43-C0964F853518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2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F018-61B7-4E42-87A5-3C63CB5025DC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2A49-05CD-47EB-8777-8E2FAE592C4C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89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D651-FE78-42F9-A083-E2CA7DF53545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9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6E533-B344-44C3-B790-ED6B0BFD254D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6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E141-CAD0-48BA-8B32-FBEC114BD777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5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2EC74998-A151-4E1D-A300-84169F70806C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7800588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0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E2935B3-43F9-4F49-AEEE-A09015DDF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23C3E9F-031F-4D06-B2D1-FBDE7797A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D6B24CB-2D97-4762-B34A-9FE40CECA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2E85C82-5A92-4169-B806-F7A311C1C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36DD679-1C6F-4F84-9CA0-27B1ABCFD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0EBB60D-86C6-45E0-AB7B-8C952F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06710FE-8C5F-4C9D-AF9E-1A7CDAE4C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8556C1B-E283-4483-ACD0-2808A242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575218D-6500-488D-AB87-B8B426C1CC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859891A-F84B-4F49-B829-12D780F427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4DD948-16D9-47F3-880E-69BF40A2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8CED433A-4441-4EF2-A360-2D5C19C7F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81996A-DA63-5AA0-F663-A4F260449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0313" y="540000"/>
            <a:ext cx="4800824" cy="4259814"/>
          </a:xfrm>
        </p:spPr>
        <p:txBody>
          <a:bodyPr>
            <a:normAutofit/>
          </a:bodyPr>
          <a:lstStyle/>
          <a:p>
            <a:pPr algn="ctr"/>
            <a:r>
              <a:rPr lang="en-US" sz="6000" b="1"/>
              <a:t>F</a:t>
            </a:r>
            <a:r>
              <a:rPr lang="en-US" sz="6000" b="1" noProof="0" err="1"/>
              <a:t>inal</a:t>
            </a:r>
            <a:br>
              <a:rPr lang="en-US" sz="6000" b="1" noProof="0"/>
            </a:br>
            <a:r>
              <a:rPr lang="en-US" sz="6000" b="1" noProof="0"/>
              <a:t>presentation</a:t>
            </a:r>
            <a:br>
              <a:rPr lang="en-US" sz="6000" noProof="0"/>
            </a:br>
            <a:r>
              <a:rPr lang="en-US" sz="6000" b="1" noProof="0"/>
              <a:t>S-IoT Project </a:t>
            </a:r>
            <a:endParaRPr lang="en-US" sz="6000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A47AC0-F4B2-9C84-9CF1-FC1F9C14E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575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US" noProof="0" err="1"/>
              <a:t>Siméon</a:t>
            </a:r>
            <a:r>
              <a:rPr lang="en-US" noProof="0"/>
              <a:t> Gass</a:t>
            </a:r>
          </a:p>
          <a:p>
            <a:r>
              <a:rPr lang="en-US" noProof="0"/>
              <a:t>Côme Le </a:t>
            </a:r>
            <a:r>
              <a:rPr lang="en-US" noProof="0" err="1"/>
              <a:t>Briéro</a:t>
            </a:r>
            <a:endParaRPr lang="en-US" noProof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4A0AA1-C9DD-452F-AF3C-8231C0CD8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" y="3600"/>
            <a:ext cx="6854400" cy="6854400"/>
            <a:chOff x="0" y="3600"/>
            <a:chExt cx="6854400" cy="68544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81A3F73-01DC-494A-B9CC-582418F95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C4A7316-203B-47F8-B448-E54B106DB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DFB6685-5F8D-4A29-9735-BF4667A59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52338D9-2316-A072-2309-5AC075D7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51" r="-2" b="-2"/>
          <a:stretch>
            <a:fillRect/>
          </a:stretch>
        </p:blipFill>
        <p:spPr>
          <a:xfrm>
            <a:off x="20" y="-1"/>
            <a:ext cx="685798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6C5B1D-5B05-828D-9433-FB8F51AB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7318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C81BFF-ED96-CDCD-C818-A5A3BADF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Context</a:t>
            </a:r>
          </a:p>
        </p:txBody>
      </p:sp>
      <p:pic>
        <p:nvPicPr>
          <p:cNvPr id="1026" name="Picture 2" descr="IMAV 2025">
            <a:extLst>
              <a:ext uri="{FF2B5EF4-FFF2-40B4-BE49-F238E27FC236}">
                <a16:creationId xmlns:a16="http://schemas.microsoft.com/office/drawing/2014/main" id="{DF49AE87-3C42-79D2-A18B-9A23E1A516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585" y="584200"/>
            <a:ext cx="4184415" cy="176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36D5439-710D-4DEA-93BF-E6D54E60CB31}"/>
              </a:ext>
            </a:extLst>
          </p:cNvPr>
          <p:cNvSpPr txBox="1"/>
          <p:nvPr/>
        </p:nvSpPr>
        <p:spPr>
          <a:xfrm>
            <a:off x="707923" y="2497394"/>
            <a:ext cx="10117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noProof="0"/>
              <a:t>Automated Drone Competition, Outdoor Competition Mission 3</a:t>
            </a:r>
          </a:p>
          <a:p>
            <a:endParaRPr lang="en-US" noProof="0"/>
          </a:p>
          <a:p>
            <a:pPr marL="285750" indent="-285750">
              <a:buFontTx/>
              <a:buChar char="-"/>
            </a:pPr>
            <a:endParaRPr lang="en-US" noProof="0"/>
          </a:p>
          <a:p>
            <a:pPr marL="285750" indent="-285750">
              <a:buFontTx/>
              <a:buChar char="-"/>
            </a:pPr>
            <a:r>
              <a:rPr lang="en-US" noProof="0"/>
              <a:t>3 drones carrying a 3kg load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5D9C77-9B56-5329-6CB8-C7B6648A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2</a:t>
            </a:fld>
            <a:endParaRPr lang="en-US" noProof="0"/>
          </a:p>
        </p:txBody>
      </p:sp>
      <p:pic>
        <p:nvPicPr>
          <p:cNvPr id="6" name="Image 5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57F78CC-1726-C9CA-C26F-12C637154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11400" r="1594" b="28382"/>
          <a:stretch>
            <a:fillRect/>
          </a:stretch>
        </p:blipFill>
        <p:spPr>
          <a:xfrm>
            <a:off x="5679439" y="3911600"/>
            <a:ext cx="6069917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5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B3C10-ECA2-C586-47D7-837B96E97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Drones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A29B65-69D1-66B8-A0DB-7BD27E52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3</a:t>
            </a:fld>
            <a:endParaRPr lang="en-US" noProof="0"/>
          </a:p>
        </p:txBody>
      </p:sp>
      <p:pic>
        <p:nvPicPr>
          <p:cNvPr id="9" name="Image 8" descr="Une image contenant fils électriques, Ingénierie électronique, Appareils électroniques, câble&#10;&#10;Le contenu généré par l’IA peut être incorrect.">
            <a:extLst>
              <a:ext uri="{FF2B5EF4-FFF2-40B4-BE49-F238E27FC236}">
                <a16:creationId xmlns:a16="http://schemas.microsoft.com/office/drawing/2014/main" id="{706B0D50-8504-8009-F908-42508724D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17" t="1237" r="16174" b="2447"/>
          <a:stretch>
            <a:fillRect/>
          </a:stretch>
        </p:blipFill>
        <p:spPr>
          <a:xfrm>
            <a:off x="5614734" y="1234143"/>
            <a:ext cx="6037266" cy="438971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D8BDF72-8170-70D2-284F-E43BD445A90C}"/>
              </a:ext>
            </a:extLst>
          </p:cNvPr>
          <p:cNvSpPr txBox="1"/>
          <p:nvPr/>
        </p:nvSpPr>
        <p:spPr>
          <a:xfrm>
            <a:off x="845574" y="2162881"/>
            <a:ext cx="11101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noProof="0"/>
              <a:t>Carbon Fiber</a:t>
            </a:r>
          </a:p>
          <a:p>
            <a:pPr marL="285750" indent="-285750">
              <a:buFontTx/>
              <a:buChar char="-"/>
            </a:pPr>
            <a:endParaRPr lang="en-US" noProof="0"/>
          </a:p>
          <a:p>
            <a:pPr marL="285750" indent="-285750">
              <a:buFontTx/>
              <a:buChar char="-"/>
            </a:pPr>
            <a:r>
              <a:rPr lang="en-US" noProof="0"/>
              <a:t>Motors / ESC</a:t>
            </a:r>
          </a:p>
          <a:p>
            <a:pPr marL="285750" indent="-285750">
              <a:buFontTx/>
              <a:buChar char="-"/>
            </a:pPr>
            <a:endParaRPr lang="en-US" noProof="0"/>
          </a:p>
          <a:p>
            <a:pPr marL="285750" indent="-285750">
              <a:buFontTx/>
              <a:buChar char="-"/>
            </a:pPr>
            <a:r>
              <a:rPr lang="en-US" noProof="0"/>
              <a:t>Flight Controller</a:t>
            </a:r>
          </a:p>
          <a:p>
            <a:pPr marL="285750" indent="-285750">
              <a:buFontTx/>
              <a:buChar char="-"/>
            </a:pPr>
            <a:endParaRPr lang="en-US" noProof="0"/>
          </a:p>
          <a:p>
            <a:pPr marL="285750" indent="-285750">
              <a:buFontTx/>
              <a:buChar char="-"/>
            </a:pPr>
            <a:r>
              <a:rPr lang="en-US" noProof="0"/>
              <a:t>Raspberry Pi</a:t>
            </a:r>
          </a:p>
          <a:p>
            <a:pPr marL="285750" indent="-285750">
              <a:buFontTx/>
              <a:buChar char="-"/>
            </a:pPr>
            <a:endParaRPr lang="en-US" noProof="0"/>
          </a:p>
          <a:p>
            <a:pPr marL="285750" indent="-285750">
              <a:buFontTx/>
              <a:buChar char="-"/>
            </a:pPr>
            <a:r>
              <a:rPr lang="en-US" noProof="0"/>
              <a:t>GPS</a:t>
            </a:r>
          </a:p>
          <a:p>
            <a:pPr marL="285750" indent="-285750">
              <a:buFontTx/>
              <a:buChar char="-"/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5965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335A4-8131-70AD-E48B-208B0194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Challenges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2223DF-DFE8-66E3-3DED-8ECA0EBEB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2528887"/>
            <a:ext cx="5919794" cy="3779837"/>
          </a:xfrm>
        </p:spPr>
        <p:txBody>
          <a:bodyPr/>
          <a:lstStyle/>
          <a:p>
            <a:pPr>
              <a:buFontTx/>
              <a:buChar char="-"/>
            </a:pPr>
            <a:r>
              <a:rPr lang="en-US" noProof="0"/>
              <a:t>Safety: Avoid crashes</a:t>
            </a:r>
          </a:p>
          <a:p>
            <a:pPr>
              <a:buFontTx/>
              <a:buChar char="-"/>
            </a:pPr>
            <a:endParaRPr lang="en-US" noProof="0"/>
          </a:p>
          <a:p>
            <a:pPr>
              <a:buFontTx/>
              <a:buChar char="-"/>
            </a:pPr>
            <a:r>
              <a:rPr lang="en-US" noProof="0"/>
              <a:t>Precision</a:t>
            </a:r>
            <a:endParaRPr lang="en-US"/>
          </a:p>
          <a:p>
            <a:pPr>
              <a:buFontTx/>
              <a:buChar char="-"/>
            </a:pPr>
            <a:endParaRPr lang="en-US" noProof="0"/>
          </a:p>
          <a:p>
            <a:pPr>
              <a:buFontTx/>
              <a:buChar char="-"/>
            </a:pPr>
            <a:r>
              <a:rPr lang="en-US" noProof="0"/>
              <a:t>Precise measurements, reliable communications  and robust control law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2F5A35-098B-339D-6695-9D29B18D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4</a:t>
            </a:fld>
            <a:endParaRPr lang="en-US" noProof="0"/>
          </a:p>
        </p:txBody>
      </p:sp>
      <p:pic>
        <p:nvPicPr>
          <p:cNvPr id="3074" name="Picture 2" descr="⚠️ | Symbole attention &amp; émoji Attention (panneau) : utilisation et  signification">
            <a:extLst>
              <a:ext uri="{FF2B5EF4-FFF2-40B4-BE49-F238E27FC236}">
                <a16:creationId xmlns:a16="http://schemas.microsoft.com/office/drawing/2014/main" id="{865B28DA-6167-75C1-187A-2D529AD939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5" t="5794" r="28666" b="16631"/>
          <a:stretch>
            <a:fillRect/>
          </a:stretch>
        </p:blipFill>
        <p:spPr bwMode="auto">
          <a:xfrm>
            <a:off x="7510204" y="1800023"/>
            <a:ext cx="2926259" cy="296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6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72DE6-5DF5-28B9-E7A7-BEFAB45E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Controller test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28FFCB-3B5A-ED2F-2AD1-91396ADC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5</a:t>
            </a:fld>
            <a:endParaRPr lang="en-US"/>
          </a:p>
        </p:txBody>
      </p:sp>
      <p:pic>
        <p:nvPicPr>
          <p:cNvPr id="8" name="Image 7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F9F62701-BA60-D972-6422-D0CCACF3E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71" y="1704202"/>
            <a:ext cx="5437593" cy="4229239"/>
          </a:xfrm>
          <a:prstGeom prst="rect">
            <a:avLst/>
          </a:prstGeom>
        </p:spPr>
      </p:pic>
      <p:pic>
        <p:nvPicPr>
          <p:cNvPr id="10" name="Image 9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7A9F75D8-B3C3-D849-144C-CB0847FCD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336" y="691863"/>
            <a:ext cx="5087891" cy="2543946"/>
          </a:xfrm>
          <a:prstGeom prst="rect">
            <a:avLst/>
          </a:prstGeom>
        </p:spPr>
      </p:pic>
      <p:pic>
        <p:nvPicPr>
          <p:cNvPr id="14" name="Image 13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1C5BB191-F259-4F73-AF42-6393DC972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336" y="3510279"/>
            <a:ext cx="5087891" cy="25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6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37F6730-8F76-4239-8CBA-B914B02A7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11E5CC-3C1F-4093-97B6-6433FBF9A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8D720AE-B07F-482D-B526-4A9C632DA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76F0BCA-E2AA-4AED-9091-1E820FF25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71D2B33-982E-4EC0-9252-B8A7383C9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250D86D-299E-4837-B82C-B97DACC97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74EFAF9-4DE5-4C1F-BF17-0A5930FFF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857D782-AB09-4CB1-A94A-54F935E709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4E95A3B-E29B-40AA-B9DD-FF0BA512F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A71F79C-8170-4729-A592-753969B849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AE5C556-02CA-4512-9F5F-7088484CF7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75FD132-C2ED-4807-B2DA-D428F9C44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1967F12-B0C4-4D31-8D63-89945DCD2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092B6B-A24F-ACD2-BCA7-31040A53E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en-US" sz="6200" noProof="0"/>
              <a:t>Relative positioning techniques</a:t>
            </a:r>
          </a:p>
        </p:txBody>
      </p:sp>
      <p:graphicFrame>
        <p:nvGraphicFramePr>
          <p:cNvPr id="35" name="Espace réservé du contenu 2">
            <a:extLst>
              <a:ext uri="{FF2B5EF4-FFF2-40B4-BE49-F238E27FC236}">
                <a16:creationId xmlns:a16="http://schemas.microsoft.com/office/drawing/2014/main" id="{DE8D7F7D-56A2-9E66-79A2-CCC35983A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363676"/>
              </p:ext>
            </p:extLst>
          </p:nvPr>
        </p:nvGraphicFramePr>
        <p:xfrm>
          <a:off x="5730652" y="540000"/>
          <a:ext cx="5910486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60DF4A-32F1-BB2B-00CC-CC334521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1722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4967A9-C38F-F311-01A6-010C0136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851920"/>
          </a:xfrm>
        </p:spPr>
        <p:txBody>
          <a:bodyPr>
            <a:normAutofit/>
          </a:bodyPr>
          <a:lstStyle/>
          <a:p>
            <a:r>
              <a:rPr lang="en-US" sz="5400" noProof="0"/>
              <a:t>UWB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E4308-24E1-A7D6-E9AB-26DB01EF1589}"/>
              </a:ext>
            </a:extLst>
          </p:cNvPr>
          <p:cNvSpPr/>
          <p:nvPr/>
        </p:nvSpPr>
        <p:spPr>
          <a:xfrm>
            <a:off x="4087598" y="4596581"/>
            <a:ext cx="851920" cy="851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>
                <a:solidFill>
                  <a:schemeClr val="bg2"/>
                </a:solidFill>
              </a:rPr>
              <a:t>A</a:t>
            </a:r>
            <a:endParaRPr lang="en-US" noProof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1AFD60-4BAB-6722-1305-264ACFDA869C}"/>
              </a:ext>
            </a:extLst>
          </p:cNvPr>
          <p:cNvSpPr/>
          <p:nvPr/>
        </p:nvSpPr>
        <p:spPr>
          <a:xfrm>
            <a:off x="3235678" y="3146323"/>
            <a:ext cx="851920" cy="851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>
                <a:solidFill>
                  <a:schemeClr val="bg2"/>
                </a:solidFill>
              </a:rPr>
              <a:t>A</a:t>
            </a:r>
            <a:endParaRPr lang="en-US" noProof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CEFF7-3159-569F-C732-E26EFB8C9636}"/>
              </a:ext>
            </a:extLst>
          </p:cNvPr>
          <p:cNvSpPr/>
          <p:nvPr/>
        </p:nvSpPr>
        <p:spPr>
          <a:xfrm>
            <a:off x="8261630" y="3146323"/>
            <a:ext cx="851920" cy="851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>
                <a:solidFill>
                  <a:schemeClr val="bg2"/>
                </a:solidFill>
              </a:rPr>
              <a:t>A</a:t>
            </a:r>
            <a:endParaRPr lang="en-US" noProof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C4CF1-879F-285A-AE93-B6099C831B4E}"/>
              </a:ext>
            </a:extLst>
          </p:cNvPr>
          <p:cNvSpPr/>
          <p:nvPr/>
        </p:nvSpPr>
        <p:spPr>
          <a:xfrm>
            <a:off x="7409710" y="4596581"/>
            <a:ext cx="851920" cy="851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>
                <a:solidFill>
                  <a:schemeClr val="bg2"/>
                </a:solidFill>
              </a:rPr>
              <a:t>A</a:t>
            </a:r>
            <a:endParaRPr lang="en-US" noProof="0">
              <a:solidFill>
                <a:schemeClr val="bg2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1DFC7FA-3C59-2020-D001-F6754EEEB320}"/>
              </a:ext>
            </a:extLst>
          </p:cNvPr>
          <p:cNvSpPr/>
          <p:nvPr/>
        </p:nvSpPr>
        <p:spPr>
          <a:xfrm>
            <a:off x="5664607" y="1120877"/>
            <a:ext cx="851920" cy="85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0">
                <a:solidFill>
                  <a:schemeClr val="bg2"/>
                </a:solidFill>
              </a:rPr>
              <a:t>T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5054A57D-FD22-9CCD-E7D4-4BD29957938B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4087598" y="1848036"/>
            <a:ext cx="1701770" cy="129828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08E0BF7-93C9-0FAB-CF19-806892653636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6391766" y="1848036"/>
            <a:ext cx="1869864" cy="129828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CEED35F9-DA7A-F547-7A80-7B379A2F98D9}"/>
              </a:ext>
            </a:extLst>
          </p:cNvPr>
          <p:cNvCxnSpPr>
            <a:cxnSpLocks/>
          </p:cNvCxnSpPr>
          <p:nvPr/>
        </p:nvCxnSpPr>
        <p:spPr>
          <a:xfrm flipV="1">
            <a:off x="4938483" y="1972797"/>
            <a:ext cx="1018979" cy="262378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EC82179-CE88-E76A-6CC6-75BD5E751389}"/>
              </a:ext>
            </a:extLst>
          </p:cNvPr>
          <p:cNvCxnSpPr>
            <a:cxnSpLocks/>
          </p:cNvCxnSpPr>
          <p:nvPr/>
        </p:nvCxnSpPr>
        <p:spPr>
          <a:xfrm flipH="1" flipV="1">
            <a:off x="6223672" y="1972797"/>
            <a:ext cx="1186038" cy="262378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E152355-FE4E-FE0C-142B-C7BF0962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71777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F87C9C-C769-8222-CE5C-53103060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 our case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BAC83C6-9D3D-27E9-FA6B-43515DD3B2FE}"/>
              </a:ext>
            </a:extLst>
          </p:cNvPr>
          <p:cNvSpPr/>
          <p:nvPr/>
        </p:nvSpPr>
        <p:spPr>
          <a:xfrm>
            <a:off x="6982129" y="3429000"/>
            <a:ext cx="851920" cy="85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1AFA68-EA9C-F434-ACC9-453BAFAC5AFC}"/>
              </a:ext>
            </a:extLst>
          </p:cNvPr>
          <p:cNvSpPr/>
          <p:nvPr/>
        </p:nvSpPr>
        <p:spPr>
          <a:xfrm>
            <a:off x="4297563" y="1910740"/>
            <a:ext cx="851920" cy="851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D2</a:t>
            </a:r>
            <a:endParaRPr lang="en-US" sz="1200" noProof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08143-9BAD-C342-F6D0-F90EA2AECA06}"/>
              </a:ext>
            </a:extLst>
          </p:cNvPr>
          <p:cNvSpPr/>
          <p:nvPr/>
        </p:nvSpPr>
        <p:spPr>
          <a:xfrm>
            <a:off x="4297563" y="4989872"/>
            <a:ext cx="851920" cy="851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D3</a:t>
            </a:r>
            <a:endParaRPr lang="en-US" noProof="0">
              <a:solidFill>
                <a:schemeClr val="bg2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F2B8A2D-3AD2-CF4A-6D60-44DD97ACB4E3}"/>
              </a:ext>
            </a:extLst>
          </p:cNvPr>
          <p:cNvCxnSpPr>
            <a:cxnSpLocks/>
          </p:cNvCxnSpPr>
          <p:nvPr/>
        </p:nvCxnSpPr>
        <p:spPr>
          <a:xfrm flipH="1" flipV="1">
            <a:off x="5152104" y="2762660"/>
            <a:ext cx="1830025" cy="9575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340052D-2B8B-9BB5-0F4B-729050543720}"/>
              </a:ext>
            </a:extLst>
          </p:cNvPr>
          <p:cNvCxnSpPr>
            <a:cxnSpLocks/>
          </p:cNvCxnSpPr>
          <p:nvPr/>
        </p:nvCxnSpPr>
        <p:spPr>
          <a:xfrm flipH="1">
            <a:off x="5149483" y="4001729"/>
            <a:ext cx="1832646" cy="9881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1969B4A2-DBD2-C926-F45B-6B559D02A516}"/>
              </a:ext>
            </a:extLst>
          </p:cNvPr>
          <p:cNvSpPr txBox="1"/>
          <p:nvPr/>
        </p:nvSpPr>
        <p:spPr>
          <a:xfrm>
            <a:off x="6982129" y="2900516"/>
            <a:ext cx="92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Leader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FC869E6-7B89-F007-FA4D-FB844C73791D}"/>
              </a:ext>
            </a:extLst>
          </p:cNvPr>
          <p:cNvSpPr txBox="1"/>
          <p:nvPr/>
        </p:nvSpPr>
        <p:spPr>
          <a:xfrm>
            <a:off x="4123755" y="3592202"/>
            <a:ext cx="119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Followers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05877-376B-807D-864D-68EB9B0E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0459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BFF5-5B89-AD83-293D-894C19EF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0365B8-ADAA-4938-BCC2-F849F5E8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 our case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BD55559-89EF-CA22-2BB1-E82F5528DE12}"/>
              </a:ext>
            </a:extLst>
          </p:cNvPr>
          <p:cNvSpPr/>
          <p:nvPr/>
        </p:nvSpPr>
        <p:spPr>
          <a:xfrm>
            <a:off x="9897394" y="4756370"/>
            <a:ext cx="851920" cy="85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D3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99F4DF4-9C52-A7E7-82B8-83D6DE73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9</a:t>
            </a:fld>
            <a:endParaRPr lang="en-US" noProof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9E05982-F800-B35F-AE92-4E7795749AC2}"/>
              </a:ext>
            </a:extLst>
          </p:cNvPr>
          <p:cNvSpPr/>
          <p:nvPr/>
        </p:nvSpPr>
        <p:spPr>
          <a:xfrm>
            <a:off x="6382361" y="4756370"/>
            <a:ext cx="851920" cy="8519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30B9AB2-D899-A6CD-740D-565E3A979201}"/>
              </a:ext>
            </a:extLst>
          </p:cNvPr>
          <p:cNvSpPr/>
          <p:nvPr/>
        </p:nvSpPr>
        <p:spPr>
          <a:xfrm>
            <a:off x="8083342" y="2171409"/>
            <a:ext cx="851920" cy="8519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D1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D0C1624-01E5-4C71-0563-9836991EA068}"/>
              </a:ext>
            </a:extLst>
          </p:cNvPr>
          <p:cNvCxnSpPr>
            <a:cxnSpLocks/>
          </p:cNvCxnSpPr>
          <p:nvPr/>
        </p:nvCxnSpPr>
        <p:spPr>
          <a:xfrm>
            <a:off x="7425714" y="5066506"/>
            <a:ext cx="2279904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59B858AC-0030-1550-C24C-3778361E1CBA}"/>
              </a:ext>
            </a:extLst>
          </p:cNvPr>
          <p:cNvCxnSpPr>
            <a:cxnSpLocks/>
          </p:cNvCxnSpPr>
          <p:nvPr/>
        </p:nvCxnSpPr>
        <p:spPr>
          <a:xfrm>
            <a:off x="7425714" y="5359114"/>
            <a:ext cx="2279904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2D8CEAEC-ADB4-1188-EE5B-40BA2E4D41EA}"/>
              </a:ext>
            </a:extLst>
          </p:cNvPr>
          <p:cNvCxnSpPr/>
          <p:nvPr/>
        </p:nvCxnSpPr>
        <p:spPr>
          <a:xfrm>
            <a:off x="8935262" y="3144229"/>
            <a:ext cx="1015720" cy="148590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178CC8B-E91A-74C7-6AD7-0F57C97362A9}"/>
              </a:ext>
            </a:extLst>
          </p:cNvPr>
          <p:cNvCxnSpPr>
            <a:cxnSpLocks/>
          </p:cNvCxnSpPr>
          <p:nvPr/>
        </p:nvCxnSpPr>
        <p:spPr>
          <a:xfrm flipH="1">
            <a:off x="7067622" y="3144229"/>
            <a:ext cx="1015720" cy="14859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DFA8C802-0DF8-6A22-EB03-953AA0DA9C2D}"/>
              </a:ext>
            </a:extLst>
          </p:cNvPr>
          <p:cNvSpPr txBox="1"/>
          <p:nvPr/>
        </p:nvSpPr>
        <p:spPr>
          <a:xfrm>
            <a:off x="8027251" y="1768555"/>
            <a:ext cx="96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Anchor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46CADA2-72DA-E9A8-27C6-D65C1B2545CC}"/>
              </a:ext>
            </a:extLst>
          </p:cNvPr>
          <p:cNvSpPr txBox="1"/>
          <p:nvPr/>
        </p:nvSpPr>
        <p:spPr>
          <a:xfrm>
            <a:off x="9529129" y="5716231"/>
            <a:ext cx="158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Tag + Anchor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007678A-9F30-474D-372D-7B3A65CFBAA0}"/>
              </a:ext>
            </a:extLst>
          </p:cNvPr>
          <p:cNvSpPr txBox="1"/>
          <p:nvPr/>
        </p:nvSpPr>
        <p:spPr>
          <a:xfrm>
            <a:off x="6014096" y="5716231"/>
            <a:ext cx="158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Tag + Anchor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34CB5B0-895B-2B69-25F2-92D63D3C1371}"/>
              </a:ext>
            </a:extLst>
          </p:cNvPr>
          <p:cNvSpPr/>
          <p:nvPr/>
        </p:nvSpPr>
        <p:spPr>
          <a:xfrm>
            <a:off x="4518726" y="4756370"/>
            <a:ext cx="851920" cy="85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3ACFAAF-5A22-2952-9B93-E3F41A52EEF5}"/>
              </a:ext>
            </a:extLst>
          </p:cNvPr>
          <p:cNvSpPr/>
          <p:nvPr/>
        </p:nvSpPr>
        <p:spPr>
          <a:xfrm>
            <a:off x="1003693" y="4756370"/>
            <a:ext cx="851920" cy="8519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D2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22E3DB0-5942-245C-4F69-23479AD517EC}"/>
              </a:ext>
            </a:extLst>
          </p:cNvPr>
          <p:cNvSpPr/>
          <p:nvPr/>
        </p:nvSpPr>
        <p:spPr>
          <a:xfrm>
            <a:off x="2704674" y="2171409"/>
            <a:ext cx="851920" cy="8519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>
                <a:solidFill>
                  <a:schemeClr val="bg2"/>
                </a:solidFill>
              </a:rPr>
              <a:t>D1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1DCA581-A973-E8A6-0082-D508DF55819D}"/>
              </a:ext>
            </a:extLst>
          </p:cNvPr>
          <p:cNvCxnSpPr>
            <a:cxnSpLocks/>
          </p:cNvCxnSpPr>
          <p:nvPr/>
        </p:nvCxnSpPr>
        <p:spPr>
          <a:xfrm>
            <a:off x="2053142" y="5190463"/>
            <a:ext cx="2279904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EBAC536-E07B-903D-B552-1EEB4482FBD0}"/>
              </a:ext>
            </a:extLst>
          </p:cNvPr>
          <p:cNvCxnSpPr/>
          <p:nvPr/>
        </p:nvCxnSpPr>
        <p:spPr>
          <a:xfrm>
            <a:off x="3556594" y="3144229"/>
            <a:ext cx="1015720" cy="148590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7E024B0-0917-A11B-E333-A1DB5283F23E}"/>
              </a:ext>
            </a:extLst>
          </p:cNvPr>
          <p:cNvCxnSpPr>
            <a:cxnSpLocks/>
          </p:cNvCxnSpPr>
          <p:nvPr/>
        </p:nvCxnSpPr>
        <p:spPr>
          <a:xfrm flipH="1">
            <a:off x="1688954" y="3144229"/>
            <a:ext cx="1015720" cy="14859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E35C399F-5712-D9D6-9064-A98B517B266F}"/>
              </a:ext>
            </a:extLst>
          </p:cNvPr>
          <p:cNvSpPr txBox="1"/>
          <p:nvPr/>
        </p:nvSpPr>
        <p:spPr>
          <a:xfrm>
            <a:off x="2648583" y="1768555"/>
            <a:ext cx="96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Anchor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A22015-490C-184D-FE37-D2B92E027D73}"/>
              </a:ext>
            </a:extLst>
          </p:cNvPr>
          <p:cNvSpPr txBox="1"/>
          <p:nvPr/>
        </p:nvSpPr>
        <p:spPr>
          <a:xfrm>
            <a:off x="4150461" y="5720305"/>
            <a:ext cx="158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Tag + Anchor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56764F7-5B3F-ECCB-88C5-80FD4C45585B}"/>
              </a:ext>
            </a:extLst>
          </p:cNvPr>
          <p:cNvSpPr txBox="1"/>
          <p:nvPr/>
        </p:nvSpPr>
        <p:spPr>
          <a:xfrm>
            <a:off x="958668" y="5720305"/>
            <a:ext cx="95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Anchor</a:t>
            </a:r>
          </a:p>
        </p:txBody>
      </p:sp>
    </p:spTree>
    <p:extLst>
      <p:ext uri="{BB962C8B-B14F-4D97-AF65-F5344CB8AC3E}">
        <p14:creationId xmlns:p14="http://schemas.microsoft.com/office/powerpoint/2010/main" val="414791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7C0E1A-BCF2-5A0B-9215-93468403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435652"/>
            <a:ext cx="11101135" cy="1278968"/>
          </a:xfrm>
        </p:spPr>
        <p:txBody>
          <a:bodyPr/>
          <a:lstStyle/>
          <a:p>
            <a:r>
              <a:rPr lang="fr-FR" sz="7200"/>
              <a:t>3</a:t>
            </a:r>
            <a:r>
              <a:rPr lang="fr-FR"/>
              <a:t>D </a:t>
            </a:r>
            <a:r>
              <a:rPr lang="fr-FR" err="1"/>
              <a:t>printed</a:t>
            </a:r>
            <a:r>
              <a:rPr lang="fr-FR"/>
              <a:t> support</a:t>
            </a:r>
          </a:p>
        </p:txBody>
      </p:sp>
      <p:pic>
        <p:nvPicPr>
          <p:cNvPr id="6" name="Espace réservé du contenu 5" descr="Une image contenant Composant électronique, Composant de circuit, Appareils électroniques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95C841A5-208A-DBC4-4D9A-FE903FF0F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432" y="1714620"/>
            <a:ext cx="6396407" cy="479730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C8FC69-6099-708A-04A8-2F07B08D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0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4" name="Oval 18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E59CF68-BABE-4C2C-8CF4-65074F93B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32">
            <a:extLst>
              <a:ext uri="{FF2B5EF4-FFF2-40B4-BE49-F238E27FC236}">
                <a16:creationId xmlns:a16="http://schemas.microsoft.com/office/drawing/2014/main" id="{3E1D28A9-431E-4E55-ADE3-161D757A2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CEE02A-6F09-45F4-B9A5-7C18CC77D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34">
              <a:extLst>
                <a:ext uri="{FF2B5EF4-FFF2-40B4-BE49-F238E27FC236}">
                  <a16:creationId xmlns:a16="http://schemas.microsoft.com/office/drawing/2014/main" id="{FE8156EC-CE46-48E4-9D85-95D9D8BEB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35">
              <a:extLst>
                <a:ext uri="{FF2B5EF4-FFF2-40B4-BE49-F238E27FC236}">
                  <a16:creationId xmlns:a16="http://schemas.microsoft.com/office/drawing/2014/main" id="{BB9DDD85-3F41-4B1D-9372-0773066B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1131344-09B5-4648-B3ED-C0DCDA592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83500BA-71FE-4DAF-BE27-C182514DC0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B5220F2-0C35-4C88-8E51-ECBD8A66D0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7B188C7-435E-43E1-92A9-8C3870670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B3992E9-AE5B-4001-81F2-F0257DA37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A9B8F0F-31BC-431F-A85C-5BAA30B9F0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A5E54EA-3C4C-4DAB-9DD7-8ADFC0CC1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04D326E6-DCF1-49C2-A73B-F2163348A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2B8266-6169-E0E2-95BE-02B636E9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5234" y="867350"/>
            <a:ext cx="6589713" cy="8646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/>
              <a:t>Antenna radiation test</a:t>
            </a:r>
          </a:p>
        </p:txBody>
      </p:sp>
      <p:pic>
        <p:nvPicPr>
          <p:cNvPr id="10" name="Image 9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64C226E8-DD6D-094C-4E33-3819996FC5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73" y="2552076"/>
            <a:ext cx="5506885" cy="3235548"/>
          </a:xfrm>
          <a:prstGeom prst="rect">
            <a:avLst/>
          </a:prstGeom>
        </p:spPr>
      </p:pic>
      <p:pic>
        <p:nvPicPr>
          <p:cNvPr id="12" name="Image 11" descr="Une image contenant diagramm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2EF3960E-231B-D69D-FE2D-2BE036F06B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4" y="2555422"/>
            <a:ext cx="5540872" cy="323220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2351A3-7AEA-A9DA-1D8E-9DA31F0D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572" y="6398934"/>
            <a:ext cx="75723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4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72D74-F890-EB9C-20FB-10FA43FA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861AA95-FF1B-A396-C540-CB9B7D521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5F87C3F-CBBC-5200-64D5-5F10572CC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4" name="Oval 18">
              <a:extLst>
                <a:ext uri="{FF2B5EF4-FFF2-40B4-BE49-F238E27FC236}">
                  <a16:creationId xmlns:a16="http://schemas.microsoft.com/office/drawing/2014/main" id="{7802299A-9F70-A8C5-902A-4671B4E25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67D795F-4FB2-CA76-DA67-7DB82579E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8B4845CD-6700-9E16-B1F2-73CADA1AF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A42611A-B58F-AD62-3474-20291035F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FF81BB9-4C59-1B54-86D4-38F110673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B6CB1B8-8A53-2060-FDB8-881CD521C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87C17D1-BFF7-F692-E6EB-8DD1F52BDE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41C1E25-7663-3CD4-48C7-46B04B9A70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829FB3F-874F-AAB0-5497-FA8B1EC00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5FEE5-6E22-480D-509F-4D9865812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89A4EAC-D68D-8832-7D6A-C77640D7C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32">
            <a:extLst>
              <a:ext uri="{FF2B5EF4-FFF2-40B4-BE49-F238E27FC236}">
                <a16:creationId xmlns:a16="http://schemas.microsoft.com/office/drawing/2014/main" id="{85C5CA87-5293-3239-C744-5169BA952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8B1E76-AC52-F9B3-5F7B-444AF3005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34">
              <a:extLst>
                <a:ext uri="{FF2B5EF4-FFF2-40B4-BE49-F238E27FC236}">
                  <a16:creationId xmlns:a16="http://schemas.microsoft.com/office/drawing/2014/main" id="{0EC88A32-B183-B4D4-8F5B-4640367CB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35">
              <a:extLst>
                <a:ext uri="{FF2B5EF4-FFF2-40B4-BE49-F238E27FC236}">
                  <a16:creationId xmlns:a16="http://schemas.microsoft.com/office/drawing/2014/main" id="{FE7F90B8-26B8-5805-FCBB-4412F434E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16E4D92-7B7D-A34C-1E53-6D1D8487B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AF42BB3-DBCB-5AC5-09EE-8B3862BA9A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2FA3BF0-D362-6B40-B510-ED1BF9A058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FBE22B7-FE32-2947-C246-6BDE1AF5B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9B87BE8-2A9A-1C7E-D617-56BFA870BF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047CB6B-C842-1CE3-1A1E-0EBCE0B7A2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BEC3512-7EE8-BD95-0949-9444FF1D7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CE19BF5B-C1F6-833A-9427-9FC953E75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F41E72-5AFA-FD75-E867-F2AAB601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198" y="848123"/>
            <a:ext cx="6589713" cy="8646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/>
              <a:t>Antenna radiation test</a:t>
            </a:r>
          </a:p>
        </p:txBody>
      </p:sp>
      <p:pic>
        <p:nvPicPr>
          <p:cNvPr id="6" name="Espace réservé du contenu 5" descr="Une image contenant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965A0BFD-C13F-AC99-F536-70DF94D28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653" y="2504783"/>
            <a:ext cx="5506886" cy="3228217"/>
          </a:xfrm>
          <a:prstGeom prst="rect">
            <a:avLst/>
          </a:prstGeom>
        </p:spPr>
      </p:pic>
      <p:pic>
        <p:nvPicPr>
          <p:cNvPr id="8" name="Image 7" descr="Une image contenant diagramm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65E447B1-BD6E-4572-DC1B-9A2BE5251F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69" y="2504783"/>
            <a:ext cx="5519392" cy="323554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CD81F0-36A1-B8B8-6D12-78597FD4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572" y="6398934"/>
            <a:ext cx="75723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33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DAB56-DB07-A8FE-17D9-0570090B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67A7D1C-F8E8-0344-30DC-BC283B6C9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CAE0B0-B315-99D9-0BCE-DADE1A535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4" name="Oval 18">
              <a:extLst>
                <a:ext uri="{FF2B5EF4-FFF2-40B4-BE49-F238E27FC236}">
                  <a16:creationId xmlns:a16="http://schemas.microsoft.com/office/drawing/2014/main" id="{77C55EBB-4E93-0B99-1458-0FCFCF03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D63481-81CC-9ADF-3E7C-36D4111CC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3E9EED93-4CF2-02DC-EA1E-A5A76CD1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59DF532-DBD9-F5D7-AE5B-E15318DEDF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8EFADC8-FC61-3321-2641-FE51B51C32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4EC32C8-7595-D42E-A240-9B18AA4FD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5C58D1-9854-F873-E012-1CDFECF202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016C909-9038-66ED-545D-F80433A1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72D9709-FF07-C677-3BB9-83F808F30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55F27AC-D2C7-2BB5-387F-C45350ACB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E2FB1E2-CF4F-6A6D-D7C7-EB9F9AE18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32">
            <a:extLst>
              <a:ext uri="{FF2B5EF4-FFF2-40B4-BE49-F238E27FC236}">
                <a16:creationId xmlns:a16="http://schemas.microsoft.com/office/drawing/2014/main" id="{23EE776F-65DB-D3C8-E58E-1A2A045E2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9D1EE64-B249-F471-623C-DD9C0D73D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34">
              <a:extLst>
                <a:ext uri="{FF2B5EF4-FFF2-40B4-BE49-F238E27FC236}">
                  <a16:creationId xmlns:a16="http://schemas.microsoft.com/office/drawing/2014/main" id="{FE0AB693-1C4A-A56C-F46F-829EE5004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35">
              <a:extLst>
                <a:ext uri="{FF2B5EF4-FFF2-40B4-BE49-F238E27FC236}">
                  <a16:creationId xmlns:a16="http://schemas.microsoft.com/office/drawing/2014/main" id="{11B5A744-7400-B5BA-96DC-C260C992F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16BD03A-B80C-E72A-2294-27DB3E13A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0F948AF-0C58-B012-9895-4FE5796C53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F5921FD-4390-E0B3-46BA-97E0F60BD5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ACE4153-A70F-EECC-2675-95206FE2C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C64E721-09FF-B5EB-97A7-F4B62BD0D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A543A74-3E54-4603-7DA8-2E3EA05E1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1E9593D-B873-4EE4-AF44-DF88B2837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17C7623-8936-CDD9-B903-CE52A3BD9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CB2077-1FEF-EF82-0C9D-B361C189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451" y="401067"/>
            <a:ext cx="6589713" cy="8646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/>
              <a:t>Antenna radiation test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10E7EA-F925-84AB-8FA9-8C17CCAA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572" y="6398934"/>
            <a:ext cx="75723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93E75D18-B7D6-B46F-9777-8117D77F5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66585"/>
              </p:ext>
            </p:extLst>
          </p:nvPr>
        </p:nvGraphicFramePr>
        <p:xfrm>
          <a:off x="1060945" y="1746172"/>
          <a:ext cx="10058290" cy="374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58">
                  <a:extLst>
                    <a:ext uri="{9D8B030D-6E8A-4147-A177-3AD203B41FA5}">
                      <a16:colId xmlns:a16="http://schemas.microsoft.com/office/drawing/2014/main" val="2138861621"/>
                    </a:ext>
                  </a:extLst>
                </a:gridCol>
                <a:gridCol w="2011658">
                  <a:extLst>
                    <a:ext uri="{9D8B030D-6E8A-4147-A177-3AD203B41FA5}">
                      <a16:colId xmlns:a16="http://schemas.microsoft.com/office/drawing/2014/main" val="329558728"/>
                    </a:ext>
                  </a:extLst>
                </a:gridCol>
                <a:gridCol w="2011658">
                  <a:extLst>
                    <a:ext uri="{9D8B030D-6E8A-4147-A177-3AD203B41FA5}">
                      <a16:colId xmlns:a16="http://schemas.microsoft.com/office/drawing/2014/main" val="2943847150"/>
                    </a:ext>
                  </a:extLst>
                </a:gridCol>
                <a:gridCol w="2011658">
                  <a:extLst>
                    <a:ext uri="{9D8B030D-6E8A-4147-A177-3AD203B41FA5}">
                      <a16:colId xmlns:a16="http://schemas.microsoft.com/office/drawing/2014/main" val="1624586014"/>
                    </a:ext>
                  </a:extLst>
                </a:gridCol>
                <a:gridCol w="2011658">
                  <a:extLst>
                    <a:ext uri="{9D8B030D-6E8A-4147-A177-3AD203B41FA5}">
                      <a16:colId xmlns:a16="http://schemas.microsoft.com/office/drawing/2014/main" val="478162597"/>
                    </a:ext>
                  </a:extLst>
                </a:gridCol>
              </a:tblGrid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config 1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config 2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config 3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config 4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117098622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Minimum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5,86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4,87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4,72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4,79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618137853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6,55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5,06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5,56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5,51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1958244451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5,99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4,95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4,91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5,03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1616270639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Median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5,99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4,95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4,9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5,01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200820328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Variance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0,0016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0,0008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0,0045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0,0086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1522939517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Standard deviation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0,040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0,029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0,067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0,093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1819836077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Range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0,69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0,19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0,84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0,72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189078462"/>
                  </a:ext>
                </a:extLst>
              </a:tr>
              <a:tr h="3941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RMSE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0,042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0,059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0,112</a:t>
                      </a:r>
                    </a:p>
                  </a:txBody>
                  <a:tcPr marL="8098" marR="8098" marT="809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0,096</a:t>
                      </a:r>
                    </a:p>
                  </a:txBody>
                  <a:tcPr marL="8098" marR="8098" marT="8098" marB="0" anchor="ctr"/>
                </a:tc>
                <a:extLst>
                  <a:ext uri="{0D108BD9-81ED-4DB2-BD59-A6C34878D82A}">
                    <a16:rowId xmlns:a16="http://schemas.microsoft.com/office/drawing/2014/main" val="2258856086"/>
                  </a:ext>
                </a:extLst>
              </a:tr>
            </a:tbl>
          </a:graphicData>
        </a:graphic>
      </p:graphicFrame>
      <p:sp>
        <p:nvSpPr>
          <p:cNvPr id="3" name="Ellipse 2">
            <a:extLst>
              <a:ext uri="{FF2B5EF4-FFF2-40B4-BE49-F238E27FC236}">
                <a16:creationId xmlns:a16="http://schemas.microsoft.com/office/drawing/2014/main" id="{3D47309C-6367-23F1-2385-374949E33847}"/>
              </a:ext>
            </a:extLst>
          </p:cNvPr>
          <p:cNvSpPr/>
          <p:nvPr/>
        </p:nvSpPr>
        <p:spPr>
          <a:xfrm>
            <a:off x="5295816" y="3566744"/>
            <a:ext cx="1544748" cy="11456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03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u contenu 8" descr="Une image contenant intérieur, Véhicule de jouet, Jouet radiocommandé, outil&#10;&#10;Le contenu généré par l’IA peut être incorrect.">
            <a:extLst>
              <a:ext uri="{FF2B5EF4-FFF2-40B4-BE49-F238E27FC236}">
                <a16:creationId xmlns:a16="http://schemas.microsoft.com/office/drawing/2014/main" id="{97DAEA51-76BF-3BBC-DAF8-E00B1B998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6"/>
          <a:stretch>
            <a:fillRect/>
          </a:stretch>
        </p:blipFill>
        <p:spPr>
          <a:xfrm>
            <a:off x="461769" y="2071982"/>
            <a:ext cx="5634230" cy="361399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A95884-A920-7118-4B52-B29159B0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9D3DAC8-C455-2C1D-9137-3B8D645D65B6}"/>
              </a:ext>
            </a:extLst>
          </p:cNvPr>
          <p:cNvSpPr txBox="1">
            <a:spLocks/>
          </p:cNvSpPr>
          <p:nvPr/>
        </p:nvSpPr>
        <p:spPr>
          <a:xfrm>
            <a:off x="2949875" y="508636"/>
            <a:ext cx="6292248" cy="10227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/>
              <a:t>3</a:t>
            </a:r>
            <a:r>
              <a:rPr lang="fr-FR"/>
              <a:t>D </a:t>
            </a:r>
            <a:r>
              <a:rPr lang="fr-FR" err="1"/>
              <a:t>printed</a:t>
            </a:r>
            <a:r>
              <a:rPr lang="fr-FR"/>
              <a:t> support</a:t>
            </a:r>
          </a:p>
        </p:txBody>
      </p:sp>
      <p:pic>
        <p:nvPicPr>
          <p:cNvPr id="3" name="Image 2" descr="Une image contenant texte, conception&#10;&#10;Le contenu généré par l’IA peut être incorrect.">
            <a:extLst>
              <a:ext uri="{FF2B5EF4-FFF2-40B4-BE49-F238E27FC236}">
                <a16:creationId xmlns:a16="http://schemas.microsoft.com/office/drawing/2014/main" id="{234E0386-D552-B7E2-1593-AAF71CEE4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87" y="2071982"/>
            <a:ext cx="5335549" cy="361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8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B8E497-B12A-9C44-F496-4C6C700E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Flight test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2BBBFA-0EC3-CFEC-B8E9-C7DDB34F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15</a:t>
            </a:fld>
            <a:endParaRPr lang="en-US"/>
          </a:p>
        </p:txBody>
      </p:sp>
      <p:pic>
        <p:nvPicPr>
          <p:cNvPr id="14" name="Image 13" descr="Une image contenant jouet, drone&#10;&#10;Le contenu généré par l’IA peut être incorrect.">
            <a:extLst>
              <a:ext uri="{FF2B5EF4-FFF2-40B4-BE49-F238E27FC236}">
                <a16:creationId xmlns:a16="http://schemas.microsoft.com/office/drawing/2014/main" id="{592921E5-0A1A-D207-8568-3AF619C69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401" b="75000" l="23661" r="80134">
                        <a14:foregroundMark x1="25893" y1="22917" x2="25646" y2="23624"/>
                        <a14:foregroundMark x1="24883" y1="30010" x2="26786" y2="31120"/>
                        <a14:foregroundMark x1="76488" y1="50000" x2="79836" y2="45052"/>
                        <a14:foregroundMark x1="79836" y1="45052" x2="79688" y2="52083"/>
                        <a14:foregroundMark x1="79688" y1="52083" x2="78274" y2="58984"/>
                        <a14:foregroundMark x1="78274" y1="58984" x2="75967" y2="52344"/>
                        <a14:foregroundMark x1="75967" y1="52344" x2="75744" y2="52083"/>
                        <a14:foregroundMark x1="80060" y1="55729" x2="80134" y2="53385"/>
                        <a14:foregroundMark x1="44122" y1="58203" x2="58110" y2="55859"/>
                        <a14:foregroundMark x1="58110" y1="55859" x2="53646" y2="55208"/>
                        <a14:foregroundMark x1="53646" y1="55208" x2="44792" y2="57943"/>
                        <a14:foregroundMark x1="56176" y1="56901" x2="56771" y2="56641"/>
                        <a14:backgroundMark x1="25446" y1="23568" x2="24777" y2="30729"/>
                        <a14:backgroundMark x1="24777" y1="30729" x2="24256" y2="28906"/>
                        <a14:backgroundMark x1="23735" y1="29427" x2="24851" y2="300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78" t="12741" r="15968" b="17777"/>
          <a:stretch>
            <a:fillRect/>
          </a:stretch>
        </p:blipFill>
        <p:spPr>
          <a:xfrm>
            <a:off x="246789" y="3429000"/>
            <a:ext cx="4558761" cy="2816942"/>
          </a:xfrm>
          <a:prstGeom prst="rect">
            <a:avLst/>
          </a:prstGeom>
        </p:spPr>
      </p:pic>
      <p:pic>
        <p:nvPicPr>
          <p:cNvPr id="3" name="Image 2" descr="Une image contenant jouet, drone&#10;&#10;Le contenu généré par l’IA peut être incorrect.">
            <a:extLst>
              <a:ext uri="{FF2B5EF4-FFF2-40B4-BE49-F238E27FC236}">
                <a16:creationId xmlns:a16="http://schemas.microsoft.com/office/drawing/2014/main" id="{A34FB353-5503-6E54-EBF5-1EAA73D40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401" b="75000" l="23661" r="80134">
                        <a14:foregroundMark x1="25893" y1="22917" x2="25646" y2="23624"/>
                        <a14:foregroundMark x1="24883" y1="30010" x2="26786" y2="31120"/>
                        <a14:foregroundMark x1="76488" y1="50000" x2="79836" y2="45052"/>
                        <a14:foregroundMark x1="79836" y1="45052" x2="79688" y2="52083"/>
                        <a14:foregroundMark x1="79688" y1="52083" x2="78274" y2="58984"/>
                        <a14:foregroundMark x1="78274" y1="58984" x2="75967" y2="52344"/>
                        <a14:foregroundMark x1="75967" y1="52344" x2="75744" y2="52083"/>
                        <a14:foregroundMark x1="80060" y1="55729" x2="80134" y2="53385"/>
                        <a14:foregroundMark x1="44122" y1="58203" x2="58110" y2="55859"/>
                        <a14:foregroundMark x1="58110" y1="55859" x2="53646" y2="55208"/>
                        <a14:foregroundMark x1="53646" y1="55208" x2="44792" y2="57943"/>
                        <a14:foregroundMark x1="56176" y1="56901" x2="56771" y2="56641"/>
                        <a14:backgroundMark x1="25446" y1="23568" x2="24777" y2="30729"/>
                        <a14:backgroundMark x1="24777" y1="30729" x2="24256" y2="28906"/>
                        <a14:backgroundMark x1="23735" y1="29427" x2="24851" y2="300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78" t="12741" r="15968" b="17777"/>
          <a:stretch>
            <a:fillRect/>
          </a:stretch>
        </p:blipFill>
        <p:spPr>
          <a:xfrm>
            <a:off x="6325138" y="749709"/>
            <a:ext cx="4558761" cy="281694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60C3413F-3A9C-A7F1-2841-62FBAD3C3C25}"/>
                  </a:ext>
                </a:extLst>
              </p14:cNvPr>
              <p14:cNvContentPartPr/>
              <p14:nvPr/>
            </p14:nvContentPartPr>
            <p14:xfrm>
              <a:off x="6583560" y="2458240"/>
              <a:ext cx="360" cy="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60C3413F-3A9C-A7F1-2841-62FBAD3C3C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7440" y="24521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Düz Ok Bağlayıcısı 10">
            <a:extLst>
              <a:ext uri="{FF2B5EF4-FFF2-40B4-BE49-F238E27FC236}">
                <a16:creationId xmlns:a16="http://schemas.microsoft.com/office/drawing/2014/main" id="{FE7D9280-A845-409E-9DCB-EE0F7F4776E4}"/>
              </a:ext>
            </a:extLst>
          </p:cNvPr>
          <p:cNvSpPr/>
          <p:nvPr/>
        </p:nvSpPr>
        <p:spPr>
          <a:xfrm rot="-1278767" flipV="1">
            <a:off x="3051852" y="2817803"/>
            <a:ext cx="6615377" cy="292617"/>
          </a:xfrm>
          <a:prstGeom prst="straightConnector1">
            <a:avLst/>
          </a:prstGeom>
          <a:solidFill>
            <a:srgbClr val="66CC00">
              <a:alpha val="5000"/>
            </a:srgbClr>
          </a:solidFill>
          <a:ln w="44450">
            <a:solidFill>
              <a:srgbClr val="66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nl-NL">
              <a:solidFill>
                <a:srgbClr val="66CC00"/>
              </a:solidFill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64AF8D1C-92AC-72E2-5603-56FEAA312C0F}"/>
              </a:ext>
            </a:extLst>
          </p:cNvPr>
          <p:cNvSpPr/>
          <p:nvPr/>
        </p:nvSpPr>
        <p:spPr>
          <a:xfrm>
            <a:off x="8181447" y="1739899"/>
            <a:ext cx="599440" cy="609601"/>
          </a:xfrm>
          <a:prstGeom prst="mathMultiply">
            <a:avLst/>
          </a:prstGeom>
          <a:solidFill>
            <a:srgbClr val="C00000">
              <a:alpha val="9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216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7B462-D156-DEE7-D596-A8307538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5BD5C5-6058-2DF7-A427-340BF208D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Module auto-calibration</a:t>
            </a:r>
            <a:endParaRPr lang="en-US"/>
          </a:p>
          <a:p>
            <a:r>
              <a:rPr lang="en-US" noProof="0"/>
              <a:t>First UWB flight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What’s next:</a:t>
            </a:r>
          </a:p>
          <a:p>
            <a:r>
              <a:rPr lang="en-US"/>
              <a:t>Fix UWB loss of communication</a:t>
            </a:r>
          </a:p>
          <a:p>
            <a:r>
              <a:rPr lang="en-US"/>
              <a:t>Have a working communication between the drones</a:t>
            </a:r>
          </a:p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530B1C-19C6-4CBB-32B2-28BBF6E8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noProof="0" smtClean="0"/>
              <a:t>16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5848037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38D0E67DEAF3468C4E09A3F1CB3948" ma:contentTypeVersion="19" ma:contentTypeDescription="Ein neues Dokument erstellen." ma:contentTypeScope="" ma:versionID="9a2cedb1199a50ea76cc14a4fde19869">
  <xsd:schema xmlns:xsd="http://www.w3.org/2001/XMLSchema" xmlns:xs="http://www.w3.org/2001/XMLSchema" xmlns:p="http://schemas.microsoft.com/office/2006/metadata/properties" xmlns:ns2="519e35b1-9587-4eec-8b5a-77746e860912" xmlns:ns3="1679575e-f6b2-4e03-b0fc-25cf6b5b7b5e" targetNamespace="http://schemas.microsoft.com/office/2006/metadata/properties" ma:root="true" ma:fieldsID="e21db894a422b812826852ca7773508b" ns2:_="" ns3:_="">
    <xsd:import namespace="519e35b1-9587-4eec-8b5a-77746e860912"/>
    <xsd:import namespace="1679575e-f6b2-4e03-b0fc-25cf6b5b7b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e35b1-9587-4eec-8b5a-77746e8609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f332b67b-d3b7-480f-be55-3c0fb2ec40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79575e-f6b2-4e03-b0fc-25cf6b5b7b5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882e63-81c6-4f01-9235-e337d6a9bce7}" ma:internalName="TaxCatchAll" ma:showField="CatchAllData" ma:web="1679575e-f6b2-4e03-b0fc-25cf6b5b7b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9e35b1-9587-4eec-8b5a-77746e860912">
      <Terms xmlns="http://schemas.microsoft.com/office/infopath/2007/PartnerControls"/>
    </lcf76f155ced4ddcb4097134ff3c332f>
    <TaxCatchAll xmlns="1679575e-f6b2-4e03-b0fc-25cf6b5b7b5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C55C3E-3E70-4C2C-B96B-E42B419B3C80}">
  <ds:schemaRefs>
    <ds:schemaRef ds:uri="1679575e-f6b2-4e03-b0fc-25cf6b5b7b5e"/>
    <ds:schemaRef ds:uri="519e35b1-9587-4eec-8b5a-77746e8609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A408DD5-B4F0-463E-8AF2-C88ED841DFC7}">
  <ds:schemaRefs>
    <ds:schemaRef ds:uri="1679575e-f6b2-4e03-b0fc-25cf6b5b7b5e"/>
    <ds:schemaRef ds:uri="519e35b1-9587-4eec-8b5a-77746e8609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7AB3BC1-EF44-40D0-A260-14ECF426C2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GlowVTI</vt:lpstr>
      <vt:lpstr>Final presentation S-IoT Project </vt:lpstr>
      <vt:lpstr>Context</vt:lpstr>
      <vt:lpstr>Drones</vt:lpstr>
      <vt:lpstr>Challenges</vt:lpstr>
      <vt:lpstr>Controller test</vt:lpstr>
      <vt:lpstr>Relative positioning techniques</vt:lpstr>
      <vt:lpstr>UWB </vt:lpstr>
      <vt:lpstr>In our case</vt:lpstr>
      <vt:lpstr>In our case</vt:lpstr>
      <vt:lpstr>3D printed support</vt:lpstr>
      <vt:lpstr>Antenna radiation test</vt:lpstr>
      <vt:lpstr>Antenna radiation test</vt:lpstr>
      <vt:lpstr>Antenna radiation test</vt:lpstr>
      <vt:lpstr>PowerPoint Presentation</vt:lpstr>
      <vt:lpstr>Flight test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Côme Le Briéro</dc:creator>
  <cp:revision>1</cp:revision>
  <dcterms:created xsi:type="dcterms:W3CDTF">2025-10-23T16:04:49Z</dcterms:created>
  <dcterms:modified xsi:type="dcterms:W3CDTF">2025-12-12T08:21:50Z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0x010100BE38D0E67DEAF3468C4E09A3F1CB3948</vt:lpwstr>
  </property>
  <property fmtid="{D5CDD505-2E9C-101B-9397-08002B2CF9AE}" pid="3" name="MediaServiceImageTags">
    <vt:lpwstr/>
  </property>
</Properties>
</file>